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3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4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01" r:id="rId3"/>
    <p:sldMasterId id="2147483723" r:id="rId4"/>
  </p:sldMasterIdLst>
  <p:notesMasterIdLst>
    <p:notesMasterId r:id="rId35"/>
  </p:notesMasterIdLst>
  <p:sldIdLst>
    <p:sldId id="26311" r:id="rId5"/>
    <p:sldId id="844" r:id="rId6"/>
    <p:sldId id="26328" r:id="rId7"/>
    <p:sldId id="26329" r:id="rId8"/>
    <p:sldId id="362" r:id="rId9"/>
    <p:sldId id="845" r:id="rId10"/>
    <p:sldId id="834" r:id="rId11"/>
    <p:sldId id="26312" r:id="rId12"/>
    <p:sldId id="26327" r:id="rId13"/>
    <p:sldId id="26317" r:id="rId14"/>
    <p:sldId id="26318" r:id="rId15"/>
    <p:sldId id="26330" r:id="rId16"/>
    <p:sldId id="26313" r:id="rId17"/>
    <p:sldId id="26314" r:id="rId18"/>
    <p:sldId id="26315" r:id="rId19"/>
    <p:sldId id="26321" r:id="rId20"/>
    <p:sldId id="26316" r:id="rId21"/>
    <p:sldId id="26324" r:id="rId22"/>
    <p:sldId id="26325" r:id="rId23"/>
    <p:sldId id="26326" r:id="rId24"/>
    <p:sldId id="846" r:id="rId25"/>
    <p:sldId id="839" r:id="rId26"/>
    <p:sldId id="859" r:id="rId27"/>
    <p:sldId id="26322" r:id="rId28"/>
    <p:sldId id="26331" r:id="rId29"/>
    <p:sldId id="26323" r:id="rId30"/>
    <p:sldId id="851" r:id="rId31"/>
    <p:sldId id="26319" r:id="rId32"/>
    <p:sldId id="26320" r:id="rId33"/>
    <p:sldId id="372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801" autoAdjust="0"/>
  </p:normalViewPr>
  <p:slideViewPr>
    <p:cSldViewPr snapToGrid="0">
      <p:cViewPr varScale="1">
        <p:scale>
          <a:sx n="67" d="100"/>
          <a:sy n="67" d="100"/>
        </p:scale>
        <p:origin x="63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261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14D8B-2A96-405A-A63C-2379AFA91418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38033-1FD7-4756-9853-7D318A28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64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62223405/article/details/149230379?ops_request_misc=%257B%2522request%255Fid%2522%253A%2522b19326dc2dd475ac822424d702ea8b08%2522%252C%2522scm%2522%253A%252220140713.130102334.pc%255Fblog.%2522%257D&amp;request_id=b19326dc2dd475ac822424d702ea8b08&amp;biz_id=0&amp;utm_medium=distribute.pc_search_result.none-task-blog-2~blog~first_rank_ecpm_v1~rank_v31_ecpm-4-149230379-null-null.nonecase&amp;utm_term=Git&amp;spm=1018.2226.3001.4450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bildplatzhalter 5">
            <a:extLst>
              <a:ext uri="{FF2B5EF4-FFF2-40B4-BE49-F238E27FC236}">
                <a16:creationId xmlns:a16="http://schemas.microsoft.com/office/drawing/2014/main" id="{A4065444-F854-9CA8-F3B1-4053C31FE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7" name="Notizenplatzhalter 6">
            <a:extLst>
              <a:ext uri="{FF2B5EF4-FFF2-40B4-BE49-F238E27FC236}">
                <a16:creationId xmlns:a16="http://schemas.microsoft.com/office/drawing/2014/main" id="{5947EAE0-458E-A6FF-38CA-4A7411463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477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5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76C0A-2557-111B-A78C-B966373AF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88746-BD0F-1A9D-4246-7398FE2D9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E65C4-2BEF-4637-9E5B-1FFD35749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什么是分布式：</a:t>
            </a:r>
            <a:endParaRPr lang="en-US" altLang="zh-CN" dirty="0"/>
          </a:p>
          <a:p>
            <a:r>
              <a:rPr lang="zh-CN" altLang="en-US" dirty="0"/>
              <a:t>每个人在本地都有一个完整仓库，可以在本地独立开发，并追溯回退任意历史版本，不依赖服务器的版本。只需在需要时和服务器保持同步</a:t>
            </a:r>
            <a:endParaRPr lang="en-US" altLang="zh-CN" dirty="0"/>
          </a:p>
          <a:p>
            <a:r>
              <a:rPr lang="zh-CN" altLang="en-US" dirty="0"/>
              <a:t>其他的非分布式：</a:t>
            </a:r>
            <a:endParaRPr lang="en-US" altLang="zh-CN" dirty="0"/>
          </a:p>
          <a:p>
            <a:r>
              <a:rPr lang="zh-CN" altLang="en-US" dirty="0"/>
              <a:t>只有一个中央仓库，开发者需要时刻与服务器保持同步</a:t>
            </a:r>
            <a:endParaRPr lang="en-US" altLang="zh-CN" dirty="0"/>
          </a:p>
          <a:p>
            <a:r>
              <a:rPr lang="zh-CN" altLang="en-US" dirty="0"/>
              <a:t>回退：</a:t>
            </a:r>
            <a:r>
              <a:rPr lang="en-US" altLang="zh-CN" dirty="0"/>
              <a:t>git reset –hard commit-id</a:t>
            </a:r>
            <a:r>
              <a:rPr lang="zh-CN" altLang="en-US" dirty="0"/>
              <a:t>，提交记录和改动都删除</a:t>
            </a:r>
            <a:endParaRPr lang="en-US" altLang="zh-CN" dirty="0"/>
          </a:p>
          <a:p>
            <a:r>
              <a:rPr lang="en-US" altLang="zh-CN" dirty="0"/>
              <a:t>           git reset commit-d </a:t>
            </a:r>
            <a:r>
              <a:rPr lang="zh-CN" altLang="en-US" dirty="0"/>
              <a:t>删除提交，保留改动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940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09052-4182-2785-7CB1-C0512C207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081CF-9FCF-1C99-137D-E82667000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27186-8EAC-A31C-23EC-8EB65CC39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781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</a:t>
            </a:r>
            <a:r>
              <a:rPr lang="zh-CN" altLang="en-US" dirty="0"/>
              <a:t>工作区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特点：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显示项目的当前状态。文件的修改在工作区中进行，但这些修改还没有被记录到版本控制中。</a:t>
            </a:r>
          </a:p>
          <a:p>
            <a:r>
              <a:rPr lang="en-US" dirty="0"/>
              <a:t>2.</a:t>
            </a:r>
            <a:r>
              <a:rPr lang="zh-CN" altLang="en-US" dirty="0"/>
              <a:t>暂存区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特点：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暂存区保存了将被包括在下一个提交中的更改。你可以多次使用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git add 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命令来将文件添加到暂存区，直到你准备好提交所有更改。</a:t>
            </a:r>
          </a:p>
          <a:p>
            <a:r>
              <a:rPr lang="en-US" dirty="0"/>
              <a:t>3.</a:t>
            </a:r>
            <a:r>
              <a:rPr lang="zh-CN" altLang="en-US" dirty="0"/>
              <a:t>版本库</a:t>
            </a:r>
            <a:endParaRPr lang="en-US" altLang="zh-CN" dirty="0"/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版本库包含项目的所有版本历史记录。每次提交都会在版本库中创建一个新的快照，这些快照是不可变的，确保了项目的完整历史记录。</a:t>
            </a:r>
          </a:p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特点：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版本库分为本地版本库和远程版本库。这里主要指本地版本库。</a:t>
            </a: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本地版本库存储在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.git 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目录中，它包含了所有提交的对象和引用。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741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92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</a:t>
            </a:r>
            <a:r>
              <a:rPr lang="en-US" altLang="zh-CN" dirty="0"/>
              <a:t>clone</a:t>
            </a:r>
            <a:r>
              <a:rPr lang="zh-CN" altLang="en-US" dirty="0"/>
              <a:t>和直接</a:t>
            </a:r>
            <a:r>
              <a:rPr lang="en-US" altLang="zh-CN" dirty="0"/>
              <a:t>Download ZIP</a:t>
            </a:r>
            <a:r>
              <a:rPr lang="zh-CN" altLang="en-US" dirty="0"/>
              <a:t>的区别</a:t>
            </a:r>
            <a:endParaRPr lang="en-US" altLang="zh-CN" dirty="0"/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clone</a:t>
            </a:r>
            <a:r>
              <a:rPr lang="en-US" altLang="zh-CN" dirty="0"/>
              <a:t> </a:t>
            </a:r>
            <a:r>
              <a:rPr lang="zh-CN" altLang="en-US" dirty="0"/>
              <a:t>是“把仓库完整复制下来”，</a:t>
            </a:r>
            <a:endParaRPr lang="en-US" altLang="zh-CN" dirty="0"/>
          </a:p>
          <a:p>
            <a:r>
              <a:rPr lang="zh-CN" altLang="en-US" dirty="0"/>
              <a:t>一个</a:t>
            </a:r>
            <a:r>
              <a:rPr lang="zh-CN" altLang="en-US" b="1" dirty="0"/>
              <a:t>完整 </a:t>
            </a:r>
            <a:r>
              <a:rPr lang="en-US" altLang="zh-CN" b="1" dirty="0"/>
              <a:t>Git </a:t>
            </a:r>
            <a:r>
              <a:rPr lang="zh-CN" altLang="en-US" b="1" dirty="0"/>
              <a:t>仓库</a:t>
            </a:r>
            <a:endParaRPr lang="zh-CN" altLang="en-US" dirty="0"/>
          </a:p>
          <a:p>
            <a:r>
              <a:rPr lang="zh-CN" altLang="en-US" dirty="0"/>
              <a:t>包含：所有提交历史，所有分支，远程仓库地址；</a:t>
            </a:r>
          </a:p>
          <a:p>
            <a:r>
              <a:rPr lang="zh-CN" altLang="en-US" dirty="0"/>
              <a:t>可以：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pull</a:t>
            </a:r>
            <a:r>
              <a:rPr lang="zh-CN" altLang="en-US" dirty="0"/>
              <a:t> 更新，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push</a:t>
            </a:r>
            <a:r>
              <a:rPr lang="zh-CN" altLang="en-US" dirty="0"/>
              <a:t> 提交，创建</a:t>
            </a:r>
            <a:r>
              <a:rPr lang="en-US" altLang="zh-CN" dirty="0"/>
              <a:t>/</a:t>
            </a:r>
            <a:r>
              <a:rPr lang="zh-CN" altLang="en-US" dirty="0"/>
              <a:t>切换分支</a:t>
            </a:r>
            <a:endParaRPr lang="en-US" altLang="zh-CN" dirty="0"/>
          </a:p>
          <a:p>
            <a:br>
              <a:rPr lang="zh-CN" altLang="en-US" dirty="0"/>
            </a:br>
            <a:r>
              <a:rPr lang="en-US" altLang="zh-CN" dirty="0"/>
              <a:t>Download ZIP </a:t>
            </a:r>
            <a:r>
              <a:rPr lang="zh-CN" altLang="en-US" dirty="0"/>
              <a:t>只是“下载当前代码快照”。本质上等同于：</a:t>
            </a:r>
            <a:r>
              <a:rPr lang="zh-CN" altLang="en-US" b="1" dirty="0"/>
              <a:t>别人把代码打包发给你，不是一个</a:t>
            </a:r>
            <a:r>
              <a:rPr lang="en-US" altLang="zh-CN" b="1" dirty="0"/>
              <a:t>Git</a:t>
            </a:r>
            <a:r>
              <a:rPr lang="zh-CN" altLang="en-US" b="1" dirty="0"/>
              <a:t>仓库。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（注意：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clone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只能第一次使用，即本地没有远程库时使用该指令将远程仓库复制到本地仓库。）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821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76311-95E8-66E7-9684-04034686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D3CB7-42FC-6FE9-92EA-7FFA00464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17006-F187-2FE0-1695-09A53A819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config --local user.name </a:t>
            </a:r>
            <a:r>
              <a:rPr lang="en-US" dirty="0" err="1"/>
              <a:t>haoxiaoping</a:t>
            </a:r>
            <a:endParaRPr lang="en-US" dirty="0"/>
          </a:p>
          <a:p>
            <a:r>
              <a:rPr lang="en-US" dirty="0"/>
              <a:t>git config --local </a:t>
            </a:r>
            <a:r>
              <a:rPr lang="en-US" dirty="0" err="1"/>
              <a:t>user.email</a:t>
            </a:r>
            <a:r>
              <a:rPr lang="en-US" dirty="0"/>
              <a:t> xiaoping.hao@vector.com</a:t>
            </a:r>
          </a:p>
          <a:p>
            <a:r>
              <a:rPr lang="en-US" dirty="0"/>
              <a:t>git config --list –local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上图中添加用户的指令中也可以不加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- local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，默认添加的配置就是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的配置；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648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6AC1-C303-D8B0-B0DF-FCA8E368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EE37C-14B3-F379-C4B0-51B827372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E7592-05BD-36F3-C6C7-F99F823DA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指定 </a:t>
            </a:r>
            <a:r>
              <a:rPr lang="en-US" altLang="zh-CN" dirty="0"/>
              <a:t>Git </a:t>
            </a:r>
            <a:r>
              <a:rPr lang="zh-CN" altLang="en-US" dirty="0"/>
              <a:t>在写提交信息（</a:t>
            </a:r>
            <a:r>
              <a:rPr lang="en-US" altLang="zh-CN" dirty="0"/>
              <a:t>commit message</a:t>
            </a:r>
            <a:r>
              <a:rPr lang="zh-CN" altLang="en-US" dirty="0"/>
              <a:t>）、</a:t>
            </a:r>
            <a:r>
              <a:rPr lang="en-US" altLang="zh-CN" dirty="0"/>
              <a:t>rebase</a:t>
            </a:r>
            <a:r>
              <a:rPr lang="zh-CN" altLang="en-US" dirty="0"/>
              <a:t>、</a:t>
            </a:r>
            <a:r>
              <a:rPr lang="en-US" altLang="zh-CN" dirty="0"/>
              <a:t>merge </a:t>
            </a:r>
            <a:r>
              <a:rPr lang="zh-CN" altLang="en-US" dirty="0"/>
              <a:t>时用哪个文本编辑器。</a:t>
            </a:r>
            <a:endParaRPr lang="en-US" altLang="zh-CN" dirty="0"/>
          </a:p>
          <a:p>
            <a:r>
              <a:rPr lang="en-US" altLang="zh-CN" b="1" dirty="0"/>
              <a:t>VS Code</a:t>
            </a:r>
            <a:r>
              <a:rPr lang="zh-CN" altLang="en-US" b="1" dirty="0"/>
              <a:t>：功能强，最推荐（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 --wait</a:t>
            </a:r>
            <a:r>
              <a:rPr lang="zh-CN" altLang="en-US" b="1" dirty="0"/>
              <a:t>）</a:t>
            </a:r>
            <a:br>
              <a:rPr lang="en-US" altLang="zh-CN" dirty="0"/>
            </a:br>
            <a:r>
              <a:rPr lang="zh-CN" altLang="en-US" dirty="0"/>
              <a:t>🟩 </a:t>
            </a:r>
            <a:r>
              <a:rPr lang="en-US" altLang="zh-CN" b="1" dirty="0"/>
              <a:t>Notepad++</a:t>
            </a:r>
            <a:r>
              <a:rPr lang="zh-CN" altLang="en-US" b="1"/>
              <a:t>：轻量简单，够用就好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265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B1C7-6910-4A3E-465D-0E68293F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0B50B-70BA-01FB-24F7-18C5ADB62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31A97-FB00-4069-A5BA-E7529E5C6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451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4E9EC-4FEA-79B5-3131-A4A3C01C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F38B7-AF39-C95E-D556-0AF878BB5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1B308-0FC0-17CA-7C57-63251EB5F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status</a:t>
            </a:r>
            <a:r>
              <a:rPr lang="zh-CN" altLang="en-US" dirty="0"/>
              <a:t> 是 </a:t>
            </a:r>
            <a:r>
              <a:rPr lang="zh-CN" altLang="en-US" b="1" dirty="0"/>
              <a:t>查看当前仓库状态</a:t>
            </a:r>
            <a:r>
              <a:rPr lang="zh-CN" altLang="en-US" dirty="0"/>
              <a:t> 的命令，用来告诉你：</a:t>
            </a:r>
            <a:br>
              <a:rPr lang="zh-CN" altLang="en-US" dirty="0"/>
            </a:br>
            <a:r>
              <a:rPr lang="zh-CN" altLang="en-US" dirty="0"/>
              <a:t>👉 </a:t>
            </a:r>
            <a:r>
              <a:rPr lang="zh-CN" altLang="en-US" b="1" dirty="0"/>
              <a:t>你在哪个分支、有没有改动、下一步该做什么</a:t>
            </a:r>
            <a:endParaRPr lang="en-US" altLang="zh-CN" b="1" dirty="0"/>
          </a:p>
          <a:p>
            <a:r>
              <a:rPr lang="zh-CN" altLang="en-US" b="1" dirty="0"/>
              <a:t>每一步操作前、后都敲一次 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status</a:t>
            </a:r>
            <a:endParaRPr lang="en-US" altLang="zh-CN" dirty="0"/>
          </a:p>
          <a:p>
            <a:r>
              <a:rPr lang="zh-CN" altLang="en-US" dirty="0"/>
              <a:t>你就不会：</a:t>
            </a:r>
          </a:p>
          <a:p>
            <a:r>
              <a:rPr lang="zh-CN" altLang="en-US" dirty="0"/>
              <a:t>合错分支</a:t>
            </a:r>
          </a:p>
          <a:p>
            <a:r>
              <a:rPr lang="zh-CN" altLang="en-US" dirty="0"/>
              <a:t>漏提交文件</a:t>
            </a:r>
          </a:p>
          <a:p>
            <a:r>
              <a:rPr lang="zh-CN" altLang="en-US" dirty="0"/>
              <a:t>把脏</a:t>
            </a:r>
            <a:endParaRPr lang="en-US" altLang="zh-CN" dirty="0"/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git status </a:t>
            </a:r>
            <a:r>
              <a:rPr lang="zh-CN" altLang="en-US" dirty="0"/>
              <a:t>看的是三块地方：</a:t>
            </a:r>
            <a:br>
              <a:rPr lang="zh-CN" altLang="en-US" dirty="0"/>
            </a:br>
            <a:r>
              <a:rPr lang="zh-CN" altLang="en-US" dirty="0"/>
              <a:t>工作区、暂存区、仓库</a:t>
            </a:r>
            <a:br>
              <a:rPr lang="zh-CN" altLang="en-US" dirty="0"/>
            </a:br>
            <a:r>
              <a:rPr lang="zh-CN" altLang="en-US" dirty="0"/>
              <a:t>三者不一致，就会有状态。</a:t>
            </a:r>
          </a:p>
        </p:txBody>
      </p:sp>
    </p:spTree>
    <p:extLst>
      <p:ext uri="{BB962C8B-B14F-4D97-AF65-F5344CB8AC3E}">
        <p14:creationId xmlns:p14="http://schemas.microsoft.com/office/powerpoint/2010/main" val="1748296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EBCB-5B44-6EAB-50D0-C76484644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5873B-905E-8F0F-31B4-8F101A6B5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226CE-0818-69EA-7FB3-B1827BFDF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状态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3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：未被 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Git 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跟踪的文件</a:t>
            </a:r>
            <a:endParaRPr lang="zh-CN" altLang="en-US" sz="120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Untracked files:</a:t>
            </a: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new.txt</a:t>
            </a: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说明：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Git 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以前没见过这个文件</a:t>
            </a: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需要：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git add new.txt</a:t>
            </a:r>
            <a:r>
              <a:rPr lang="zh-CN" altLang="en-US" dirty="0"/>
              <a:t>代码 </a:t>
            </a:r>
            <a:r>
              <a:rPr lang="en-US" altLang="zh-CN" dirty="0"/>
              <a:t>merge </a:t>
            </a:r>
            <a:r>
              <a:rPr lang="zh-CN" altLang="en-US" dirty="0"/>
              <a:t>进主分支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git status </a:t>
            </a:r>
            <a:r>
              <a:rPr lang="zh-CN" altLang="en-US" dirty="0"/>
              <a:t>看的是三块地方：</a:t>
            </a:r>
            <a:br>
              <a:rPr lang="zh-CN" altLang="en-US" dirty="0"/>
            </a:br>
            <a:r>
              <a:rPr lang="zh-CN" altLang="en-US" dirty="0"/>
              <a:t>工作区、暂存区、仓库；三者不一致，就会有状态。</a:t>
            </a:r>
          </a:p>
        </p:txBody>
      </p:sp>
    </p:spTree>
    <p:extLst>
      <p:ext uri="{BB962C8B-B14F-4D97-AF65-F5344CB8AC3E}">
        <p14:creationId xmlns:p14="http://schemas.microsoft.com/office/powerpoint/2010/main" val="2973201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43ED5-ADDB-B100-16EC-E63291E8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E1580-FB21-2EF9-1ED7-4B50CF357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CEC74-1BB2-A2E3-D3B5-2CC44A7B5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427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2062-7309-F8A0-CFF8-555FF61B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DE7E3-F2CA-CB24-4072-F67F1EB65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F94D6-3120-DA81-64F1-88D077960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182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31C05-A0F8-D7AE-4598-A367D376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03124-3F8C-2164-3890-870AC901D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52A00-D0BA-123A-77C7-126916559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将本地的</a:t>
            </a:r>
            <a:r>
              <a:rPr lang="en-US" altLang="zh-CN" dirty="0"/>
              <a:t>main/master</a:t>
            </a:r>
            <a:r>
              <a:rPr lang="zh-CN" altLang="en-US" dirty="0"/>
              <a:t>分支推送到远程仓库的</a:t>
            </a:r>
            <a:r>
              <a:rPr lang="en-US" altLang="zh-CN" dirty="0"/>
              <a:t>main/master</a:t>
            </a:r>
            <a:r>
              <a:rPr lang="zh-CN" altLang="en-US" dirty="0"/>
              <a:t>分支上，如果远程仓库没有</a:t>
            </a:r>
            <a:r>
              <a:rPr lang="en-US" altLang="zh-CN" dirty="0"/>
              <a:t>main/master</a:t>
            </a:r>
            <a:r>
              <a:rPr lang="zh-CN" altLang="en-US" dirty="0"/>
              <a:t>分支，就创建</a:t>
            </a:r>
            <a:r>
              <a:rPr lang="en-US" altLang="zh-CN" dirty="0"/>
              <a:t>main/master</a:t>
            </a:r>
            <a:r>
              <a:rPr lang="zh-CN" altLang="en-US" dirty="0"/>
              <a:t>分支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857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EB7D-3C75-7255-08A8-342A3B60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954AD-B2E5-E1EB-263E-97A9117BD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BAD41-660C-2077-9F79-43D2708E3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如果远程仓库有更新，将远程仓库的更新同步到本地仓库</a:t>
            </a:r>
            <a:endParaRPr lang="en-US" altLang="zh-CN" dirty="0"/>
          </a:p>
          <a:p>
            <a:r>
              <a:rPr lang="zh-CN" altLang="en-US" dirty="0"/>
              <a:t>将远程仓库的最新提交，合并到本地的</a:t>
            </a:r>
            <a:r>
              <a:rPr lang="en-US" altLang="zh-CN" dirty="0"/>
              <a:t>branch-name</a:t>
            </a:r>
            <a:r>
              <a:rPr lang="zh-CN" altLang="en-US" dirty="0"/>
              <a:t>上。</a:t>
            </a:r>
            <a:endParaRPr lang="en-US" altLang="zh-CN" dirty="0"/>
          </a:p>
          <a:p>
            <a:r>
              <a:rPr lang="zh-CN" altLang="en-US" dirty="0"/>
              <a:t>如果远程仓库有多个</a:t>
            </a:r>
            <a:r>
              <a:rPr lang="en-US" altLang="zh-CN" dirty="0"/>
              <a:t>branch</a:t>
            </a:r>
            <a:r>
              <a:rPr lang="zh-CN" altLang="en-US" dirty="0"/>
              <a:t>，本地也有多个</a:t>
            </a:r>
            <a:r>
              <a:rPr lang="en-US" altLang="zh-CN" dirty="0"/>
              <a:t>branch</a:t>
            </a:r>
            <a:r>
              <a:rPr lang="zh-CN" altLang="en-US" dirty="0"/>
              <a:t>，可以使用：</a:t>
            </a:r>
            <a:endParaRPr lang="en-US" altLang="zh-CN" dirty="0"/>
          </a:p>
          <a:p>
            <a:r>
              <a:rPr lang="en-US" dirty="0"/>
              <a:t>git pull origin </a:t>
            </a:r>
            <a:r>
              <a:rPr lang="zh-CN" altLang="en-US" dirty="0"/>
              <a:t>远程分支名</a:t>
            </a:r>
            <a:r>
              <a:rPr lang="en-US" altLang="zh-CN" dirty="0"/>
              <a:t>:</a:t>
            </a:r>
            <a:r>
              <a:rPr lang="zh-CN" altLang="en-US" dirty="0"/>
              <a:t>本地分支名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238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10E51-8219-C958-B8DA-0E7B7E12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81744-E4AA-9DF8-144C-9511C670F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1B13A-573A-12DF-9761-F2A6F8EF7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80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9AE29-B299-7952-37E3-CAA4DFBB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FF2E6-C2FE-4D6C-9071-920B4A6D0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02B3C-B514-2CC4-4D30-428BEDF67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39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55B2-93F1-F201-C672-733D46C8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5881D-EEF8-D3A9-7911-DD61ED847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1B70D-8643-6ED2-7C6B-3C5381591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243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6C687-540C-9062-5B70-C07F5B472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EF40D-8C1C-CE8C-CE48-904CF20EC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88670-4E9C-E074-6F0D-6ABD7AD35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475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746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Git </a:t>
            </a:r>
            <a:r>
              <a:rPr lang="zh-CN" altLang="en-US" dirty="0"/>
              <a:t>是分布式版本控制系统，用于管理代码版本；</a:t>
            </a:r>
            <a:endParaRPr lang="en-US" altLang="zh-CN" dirty="0"/>
          </a:p>
          <a:p>
            <a:r>
              <a:rPr lang="en-US" altLang="zh-CN" dirty="0"/>
              <a:t>GitHub </a:t>
            </a:r>
            <a:r>
              <a:rPr lang="zh-CN" altLang="en-US" dirty="0"/>
              <a:t>和 </a:t>
            </a:r>
            <a:r>
              <a:rPr lang="en-US" altLang="zh-CN" dirty="0"/>
              <a:t>GitLab </a:t>
            </a:r>
            <a:r>
              <a:rPr lang="zh-CN" altLang="en-US" dirty="0"/>
              <a:t>是基于 </a:t>
            </a:r>
            <a:r>
              <a:rPr lang="en-US" altLang="zh-CN" dirty="0"/>
              <a:t>Git </a:t>
            </a:r>
            <a:r>
              <a:rPr lang="zh-CN" altLang="en-US" dirty="0"/>
              <a:t>的代码托管与协作平台，提供代码审查、权限管理和 </a:t>
            </a:r>
            <a:r>
              <a:rPr lang="en-US" altLang="zh-CN" dirty="0"/>
              <a:t>CI/CD </a:t>
            </a:r>
            <a:r>
              <a:rPr lang="zh-CN" altLang="en-US" dirty="0"/>
              <a:t>等功能。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392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4FCA-6498-9BE3-DEA0-E69AAEAB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67638-AF02-2188-7A76-30AEBE2B0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00248-0F7C-6E1F-1F62-BFA8C7EE5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586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5F2FD-E87C-B59A-3B22-0B31393D7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E67A4-B211-7074-83A2-81B9B1E70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B95E3-5E66-DB3D-F2E6-761E9FDBA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hlinkClick r:id="rId3"/>
              </a:rPr>
              <a:t>【</a:t>
            </a:r>
            <a:r>
              <a:rPr lang="en-US" altLang="zh-CN" dirty="0" err="1">
                <a:hlinkClick r:id="rId3"/>
              </a:rPr>
              <a:t>github</a:t>
            </a:r>
            <a:r>
              <a:rPr lang="zh-CN" altLang="en-US" dirty="0">
                <a:hlinkClick r:id="rId3"/>
              </a:rPr>
              <a:t>代码管理</a:t>
            </a:r>
            <a:r>
              <a:rPr lang="en-US" altLang="zh-CN" dirty="0">
                <a:hlinkClick r:id="rId3"/>
              </a:rPr>
              <a:t>】</a:t>
            </a:r>
            <a:r>
              <a:rPr lang="zh-CN" altLang="en-US" dirty="0">
                <a:hlinkClick r:id="rId3"/>
              </a:rPr>
              <a:t>将本地代码上传至</a:t>
            </a:r>
            <a:r>
              <a:rPr lang="en-US" altLang="zh-CN" dirty="0" err="1">
                <a:hlinkClick r:id="rId3"/>
              </a:rPr>
              <a:t>GitHub_github</a:t>
            </a:r>
            <a:r>
              <a:rPr lang="zh-CN" altLang="en-US" dirty="0">
                <a:hlinkClick r:id="rId3"/>
              </a:rPr>
              <a:t>上传代码</a:t>
            </a:r>
            <a:r>
              <a:rPr lang="en-US" altLang="zh-CN" dirty="0">
                <a:hlinkClick r:id="rId3"/>
              </a:rPr>
              <a:t>-CSDN</a:t>
            </a:r>
            <a:r>
              <a:rPr lang="zh-CN" altLang="en-US" dirty="0">
                <a:hlinkClick r:id="rId3"/>
              </a:rPr>
              <a:t>博客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7268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1CCD-CA57-30FC-E3CA-B2BC55A2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EADBD-F6C8-8697-045C-3EBD2093D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B97A5-0A4F-7329-13AF-E00124668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在当前目录下生成 </a:t>
            </a:r>
            <a:r>
              <a:rPr lang="en-US" altLang="zh-C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.git</a:t>
            </a:r>
            <a:r>
              <a:rPr lang="zh-CN" altLang="en-US" b="1" dirty="0"/>
              <a:t> 隐藏目录</a:t>
            </a:r>
            <a:endParaRPr lang="zh-CN" altLang="en-US" dirty="0"/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.git</a:t>
            </a:r>
            <a:r>
              <a:rPr lang="zh-CN" altLang="en-US" dirty="0"/>
              <a:t> 保存：</a:t>
            </a:r>
          </a:p>
          <a:p>
            <a:r>
              <a:rPr lang="zh-CN" altLang="en-US" dirty="0"/>
              <a:t>所有提交记录</a:t>
            </a:r>
          </a:p>
          <a:p>
            <a:r>
              <a:rPr lang="zh-CN" altLang="en-US" dirty="0"/>
              <a:t>分支信息</a:t>
            </a:r>
          </a:p>
          <a:p>
            <a:r>
              <a:rPr lang="zh-CN" altLang="en-US" dirty="0"/>
              <a:t>版本快照</a:t>
            </a:r>
          </a:p>
          <a:p>
            <a:r>
              <a:rPr lang="zh-CN" altLang="en-US" dirty="0"/>
              <a:t>配置数据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53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8AB6E-9E13-858F-D873-E4A80BD6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0E475-76AA-06D0-8ACF-0AACA428C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F4964-0FA7-7055-8FA2-B060A7910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29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96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5CC70-FF78-85CF-7299-56DBC7E6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B6649-0F18-B610-9463-6A8CB747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1FE03-FC88-6B94-AEDA-7DFFE7F99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上新建一个空的仓库，将本地库上传到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上；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将本地仓库上传到远程仓库后，在远程仓库添加了一个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文件，通过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pull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将远程仓库更新到本地仓库。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6089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79B8-FD07-9C9C-0746-54AEE4AB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F51A7-65BB-E831-BA55-8697C8374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215900"/>
            <a:ext cx="6659563" cy="37465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4C912-EC02-20D4-2412-93E78D006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0051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92100" y="185738"/>
            <a:ext cx="6515100" cy="36639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787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ector.com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ector.com/" TargetMode="External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ector.com/" TargetMode="External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emf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67E8E-32CC-8784-5268-465D82A89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601F9B-6266-F65A-468D-3839E0EFF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CF51D-B564-CD1E-AAAD-2E1FBA78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56F5FD-17C5-9A5D-6AEC-04C0AB1A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FCF5E6-85C2-DCCF-7BBB-34FB719F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08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92106F-CBD9-1B30-AB01-83DE4988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D7A754-C8FB-1CF4-D1CB-7145F0F29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ABC28D-A2EA-9835-0F4C-2A7D88EB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A5BB41-1106-B67C-455D-C793B541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5FFD4E-3CEE-6109-9FA7-2CEC5CC2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195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3262C-94F9-2BFC-12D8-6D6602A5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A516DE-68CE-87BC-2A72-8CFB943AF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8A3CD9-0B97-E2C6-699E-8808258F1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56CB52-5FBE-54DC-CF13-AA0DAEC3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6C1F26-6D07-E383-762B-002DB5B3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87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516F1-BA77-EB3D-330C-9321CA5C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9B883E-26BC-2426-8B34-1D2E9EB89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722973-6187-60FA-0AD2-7811F1F26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C12291-173A-628A-9339-39364EAE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980699-D8B5-E80B-F5F5-3B2CCC5A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BD6978-FECD-995F-A8A8-29EC886D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508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5BC7B-066A-4EBE-85ED-D7A47B1E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2FCE11-E620-4B0B-6679-D62414029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A97F52-67DE-B1CE-4C07-747438E22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735CA2-B757-74EB-E2C3-302F85B8C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0157D7-C647-DE97-C146-132DE5EEE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863638-A7C2-99F9-DCF3-941B7B57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40FB90-754D-2486-3303-2A64B473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65DA28-E2FF-7EE7-0087-87B64300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9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B18AE-FEBF-E9F4-5523-F1806904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8B6CCB-31A1-3A7F-1638-066A6D54A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1AB642-61BD-7F83-4819-262DCB7D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83BD17-185F-027E-8987-0C973E44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6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019884-E6C9-F0BA-2156-5CF6D801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7CC0F9-8DD4-F601-CCB3-CBC998DB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D377D0-CC48-71DC-152C-11580DDC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08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6B3B7-8AA6-881C-B70D-FAE58533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F06740-EE9D-B60C-9A50-531F8040D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44E59-28A6-C20B-3114-CAF9B06C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DA972A-EC51-ADAC-A873-4E24991C2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580C71-213C-6E84-BA09-183BA66C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ECE125-DB19-46D8-355A-029755C1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5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E7C14-6667-0B75-5FD0-4EF3E109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AB88DA-1767-3CE2-78BA-26680A242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2893DB-62F0-23C2-FCA1-60547C9C9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B7DE38-A6E6-B9B3-B970-23301610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E2F47B-5709-4C1D-B3FA-7507A36B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F2A15C-51F3-C90E-9AE9-1186169A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5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FF764-0FD2-5C68-C6B5-423E5B19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30662D-BD10-C3AE-3617-F38C82541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8FEE2F-EBB4-EC44-FB1F-E589B351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D5CE8-52E3-CEA2-7E9D-8AFF822E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EBAC50-1311-8F0E-152A-332483C47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07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25C5C8-BA29-4854-CB27-8D4621F2F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03D130-9574-8E68-99BA-278ABD63B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8EA4EF-139A-266A-555E-16EAC17B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23834C-F1C0-40C8-9C59-0609DC19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9FADF-80F5-A073-16FE-D9A3E2AB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841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Slide Long Title and Subtitl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ConfidentialityAllSlides" hidden="1">
            <a:extLst>
              <a:ext uri="{FF2B5EF4-FFF2-40B4-BE49-F238E27FC236}">
                <a16:creationId xmlns:a16="http://schemas.microsoft.com/office/drawing/2014/main" id="{F9C56169-43D2-43B3-A5AA-B4B8CCCCE448}"/>
              </a:ext>
            </a:extLst>
          </p:cNvPr>
          <p:cNvSpPr txBox="1"/>
          <p:nvPr userDrawn="1"/>
        </p:nvSpPr>
        <p:spPr>
          <a:xfrm>
            <a:off x="4992004" y="275999"/>
            <a:ext cx="1343992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False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xtPlaceholderConfidentialityStatus" hidden="1">
            <a:extLst>
              <a:ext uri="{FF2B5EF4-FFF2-40B4-BE49-F238E27FC236}">
                <a16:creationId xmlns:a16="http://schemas.microsoft.com/office/drawing/2014/main" id="{1A550510-E92A-4A99-90CC-80D50542D7AF}"/>
              </a:ext>
            </a:extLst>
          </p:cNvPr>
          <p:cNvSpPr txBox="1"/>
          <p:nvPr userDrawn="1"/>
        </p:nvSpPr>
        <p:spPr>
          <a:xfrm>
            <a:off x="4992004" y="449246"/>
            <a:ext cx="1344000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 Internal Use Only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TxtPlaceholderDate" hidden="1">
            <a:extLst>
              <a:ext uri="{FF2B5EF4-FFF2-40B4-BE49-F238E27FC236}">
                <a16:creationId xmlns:a16="http://schemas.microsoft.com/office/drawing/2014/main" id="{5C853DDF-8BDA-4B28-A38E-6D9F3CBC93CB}"/>
              </a:ext>
            </a:extLst>
          </p:cNvPr>
          <p:cNvSpPr txBox="1"/>
          <p:nvPr userDrawn="1"/>
        </p:nvSpPr>
        <p:spPr>
          <a:xfrm>
            <a:off x="2892814" y="824619"/>
            <a:ext cx="1344000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2025-12-02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xtPlaceholderVersion" hidden="1">
            <a:extLst>
              <a:ext uri="{FF2B5EF4-FFF2-40B4-BE49-F238E27FC236}">
                <a16:creationId xmlns:a16="http://schemas.microsoft.com/office/drawing/2014/main" id="{7E896179-9173-49BD-84C0-4F31C61BDDB6}"/>
              </a:ext>
            </a:extLst>
          </p:cNvPr>
          <p:cNvSpPr txBox="1"/>
          <p:nvPr userDrawn="1"/>
        </p:nvSpPr>
        <p:spPr>
          <a:xfrm>
            <a:off x="2900622" y="648196"/>
            <a:ext cx="1340096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1.0.00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4" name="TxtPlaceholderCopyright" hidden="1">
            <a:extLst>
              <a:ext uri="{FF2B5EF4-FFF2-40B4-BE49-F238E27FC236}">
                <a16:creationId xmlns:a16="http://schemas.microsoft.com/office/drawing/2014/main" id="{3238ABF1-29A7-4D10-BEBE-C26A531AB8DD}"/>
              </a:ext>
            </a:extLst>
          </p:cNvPr>
          <p:cNvSpPr txBox="1"/>
          <p:nvPr userDrawn="1"/>
        </p:nvSpPr>
        <p:spPr>
          <a:xfrm>
            <a:off x="2900622" y="476023"/>
            <a:ext cx="1340096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2025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5" name="TxtPlaceholderCompanySlides" hidden="1">
            <a:extLst>
              <a:ext uri="{FF2B5EF4-FFF2-40B4-BE49-F238E27FC236}">
                <a16:creationId xmlns:a16="http://schemas.microsoft.com/office/drawing/2014/main" id="{5D1A9931-57FA-4665-98C4-36AC9206A6F2}"/>
              </a:ext>
            </a:extLst>
          </p:cNvPr>
          <p:cNvSpPr txBox="1"/>
          <p:nvPr userDrawn="1"/>
        </p:nvSpPr>
        <p:spPr>
          <a:xfrm>
            <a:off x="2896718" y="299599"/>
            <a:ext cx="1344000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Vector Informatik GmbH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" name="TxtPlaceholderTemplateVersion" hidden="1">
            <a:extLst>
              <a:ext uri="{FF2B5EF4-FFF2-40B4-BE49-F238E27FC236}">
                <a16:creationId xmlns:a16="http://schemas.microsoft.com/office/drawing/2014/main" id="{005C1EEA-C91E-4404-AB92-DBA0B38E375E}"/>
              </a:ext>
            </a:extLst>
          </p:cNvPr>
          <p:cNvSpPr txBox="1"/>
          <p:nvPr userDrawn="1"/>
        </p:nvSpPr>
        <p:spPr>
          <a:xfrm>
            <a:off x="2896718" y="123176"/>
            <a:ext cx="1340096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Template Version 4.6.105</a:t>
            </a:r>
          </a:p>
        </p:txBody>
      </p:sp>
      <p:sp>
        <p:nvSpPr>
          <p:cNvPr id="18" name="TxtPlaceholderConfidentialityLongText" hidden="1">
            <a:extLst>
              <a:ext uri="{FF2B5EF4-FFF2-40B4-BE49-F238E27FC236}">
                <a16:creationId xmlns:a16="http://schemas.microsoft.com/office/drawing/2014/main" id="{E996C57A-3919-4E4E-ACE2-1A0F82F2F1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4000" y="6480000"/>
            <a:ext cx="10848000" cy="3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8000" tIns="0" rIns="0" bIns="0" anchor="ctr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177800" indent="-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635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2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549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006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2025. Vector Informatik GmbH. All rights reserved. | For Internal Use Only. | V1.0.00 | 2025-12-02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xtPlaceholderConfidentialityText">
            <a:extLst>
              <a:ext uri="{FF2B5EF4-FFF2-40B4-BE49-F238E27FC236}">
                <a16:creationId xmlns:a16="http://schemas.microsoft.com/office/drawing/2014/main" id="{8809AAD5-02A8-42A3-B573-19AE24FA7F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4000" y="6479268"/>
            <a:ext cx="432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8000" tIns="0" rIns="0" bIns="0" anchor="b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254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508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762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900113" indent="-138113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13573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8145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2717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7289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xtPlaceholderDateVersion">
            <a:extLst>
              <a:ext uri="{FF2B5EF4-FFF2-40B4-BE49-F238E27FC236}">
                <a16:creationId xmlns:a16="http://schemas.microsoft.com/office/drawing/2014/main" id="{73A84C47-9AC1-400D-9016-3620471BF81F}"/>
              </a:ext>
            </a:extLst>
          </p:cNvPr>
          <p:cNvSpPr txBox="1"/>
          <p:nvPr userDrawn="1"/>
        </p:nvSpPr>
        <p:spPr>
          <a:xfrm>
            <a:off x="3708000" y="6480000"/>
            <a:ext cx="7992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0">
            <a:noAutofit/>
          </a:bodyPr>
          <a:lstStyle>
            <a:defPPr lvl="0">
              <a:defRPr lang="de-DE"/>
            </a:defPPr>
            <a:lvl1pPr algn="r">
              <a:spcBef>
                <a:spcPct val="20000"/>
              </a:spcBef>
              <a:defRPr sz="800">
                <a:solidFill>
                  <a:srgbClr val="565C5E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V1.0.00 | 2025-12-02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ImgPlaceholderImage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260000"/>
            <a:ext cx="12193200" cy="4662000"/>
          </a:xfrm>
        </p:spPr>
        <p:txBody>
          <a:bodyPr lIns="702000"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graphic</a:t>
            </a:r>
            <a:endParaRPr lang="de-DE" dirty="0"/>
          </a:p>
        </p:txBody>
      </p:sp>
      <p:sp>
        <p:nvSpPr>
          <p:cNvPr id="25" name="TxtPlaceholderSubtitle">
            <a:extLst>
              <a:ext uri="{FF2B5EF4-FFF2-40B4-BE49-F238E27FC236}">
                <a16:creationId xmlns:a16="http://schemas.microsoft.com/office/drawing/2014/main" id="{E04034C4-2A4D-41B9-A673-38EF1405B7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4825" y="5720400"/>
            <a:ext cx="11196000" cy="410400"/>
          </a:xfrm>
          <a:solidFill>
            <a:srgbClr val="B70032"/>
          </a:solidFill>
        </p:spPr>
        <p:txBody>
          <a:bodyPr lIns="198000" tIns="0" rIns="252000" bIns="25200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  <a:endParaRPr lang="de-DE" dirty="0"/>
          </a:p>
        </p:txBody>
      </p:sp>
      <p:sp>
        <p:nvSpPr>
          <p:cNvPr id="2" name="TxtPlaceholderTitle">
            <a:extLst>
              <a:ext uri="{FF2B5EF4-FFF2-40B4-BE49-F238E27FC236}">
                <a16:creationId xmlns:a16="http://schemas.microsoft.com/office/drawing/2014/main" id="{3A52968A-3B43-49E9-89EF-B5C1DEF90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5" y="5152762"/>
            <a:ext cx="11196000" cy="604800"/>
          </a:xfrm>
          <a:solidFill>
            <a:srgbClr val="B70032"/>
          </a:solidFill>
        </p:spPr>
        <p:txBody>
          <a:bodyPr vert="horz" wrap="none" lIns="198000" tIns="205200" rIns="792000" bIns="144000" rtlCol="0" anchor="b" anchorCtr="0">
            <a:noAutofit/>
          </a:bodyPr>
          <a:lstStyle>
            <a:lvl1pPr>
              <a:defRPr lang="de-DE" sz="2200" b="1" dirty="0">
                <a:solidFill>
                  <a:schemeClr val="bg1"/>
                </a:solidFill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</a:p>
        </p:txBody>
      </p:sp>
      <p:pic>
        <p:nvPicPr>
          <p:cNvPr id="5" name="vector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439200"/>
            <a:ext cx="1620000" cy="38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13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8">
          <p15:clr>
            <a:srgbClr val="B70035"/>
          </p15:clr>
        </p15:guide>
        <p15:guide id="2" orient="horz" pos="793">
          <p15:clr>
            <a:srgbClr val="B70035"/>
          </p15:clr>
        </p15:guide>
        <p15:guide id="3" pos="7362">
          <p15:clr>
            <a:srgbClr val="B70035"/>
          </p15:clr>
        </p15:guide>
        <p15:guide id="7" orient="horz" pos="3732">
          <p15:clr>
            <a:srgbClr val="B1B6BA"/>
          </p15:clr>
        </p15:guide>
        <p15:guide id="8" pos="447">
          <p15:clr>
            <a:srgbClr val="B1B6BA"/>
          </p15:clr>
        </p15:guide>
        <p15:guide id="9" orient="horz" pos="3504">
          <p15:clr>
            <a:srgbClr val="B1B6BA"/>
          </p15:clr>
        </p15:guide>
        <p15:guide id="10" orient="horz" pos="3861">
          <p15:clr>
            <a:srgbClr val="B70035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Slide w/o Subtitl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xtPlaceholderConfidentialityLongText" hidden="1">
            <a:extLst>
              <a:ext uri="{FF2B5EF4-FFF2-40B4-BE49-F238E27FC236}">
                <a16:creationId xmlns:a16="http://schemas.microsoft.com/office/drawing/2014/main" id="{E996C57A-3919-4E4E-ACE2-1A0F82F2F1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4000" y="6480000"/>
            <a:ext cx="10848000" cy="3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8000" tIns="0" rIns="0" bIns="0" anchor="ctr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177800" indent="-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635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2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549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006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2025. Vector Informatik GmbH. All rights reserved. | For Internal Use Only. | V1.0.00 | 2025-12-02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xtPlaceholderConfidentialityText">
            <a:extLst>
              <a:ext uri="{FF2B5EF4-FFF2-40B4-BE49-F238E27FC236}">
                <a16:creationId xmlns:a16="http://schemas.microsoft.com/office/drawing/2014/main" id="{8809AAD5-02A8-42A3-B573-19AE24FA7F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4000" y="6479268"/>
            <a:ext cx="432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8000" tIns="0" rIns="0" bIns="0" anchor="b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254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508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762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900113" indent="-138113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13573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8145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2717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7289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xtPlaceholderDateVersion">
            <a:extLst>
              <a:ext uri="{FF2B5EF4-FFF2-40B4-BE49-F238E27FC236}">
                <a16:creationId xmlns:a16="http://schemas.microsoft.com/office/drawing/2014/main" id="{73A84C47-9AC1-400D-9016-3620471BF81F}"/>
              </a:ext>
            </a:extLst>
          </p:cNvPr>
          <p:cNvSpPr txBox="1"/>
          <p:nvPr userDrawn="1"/>
        </p:nvSpPr>
        <p:spPr>
          <a:xfrm>
            <a:off x="3708000" y="6480000"/>
            <a:ext cx="7992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0">
            <a:noAutofit/>
          </a:bodyPr>
          <a:lstStyle>
            <a:defPPr lvl="0">
              <a:defRPr lang="de-DE"/>
            </a:defPPr>
            <a:lvl1pPr algn="r">
              <a:spcBef>
                <a:spcPct val="20000"/>
              </a:spcBef>
              <a:defRPr sz="800">
                <a:solidFill>
                  <a:srgbClr val="565C5E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V1.0.00 | 2025-12-02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ImgPlaceholderImage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259999"/>
            <a:ext cx="12193200" cy="4662000"/>
          </a:xfrm>
        </p:spPr>
        <p:txBody>
          <a:bodyPr lIns="702000"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graphic</a:t>
            </a:r>
            <a:endParaRPr lang="de-DE" dirty="0"/>
          </a:p>
        </p:txBody>
      </p:sp>
      <p:sp>
        <p:nvSpPr>
          <p:cNvPr id="2" name="TxtPlaceholderTitle"/>
          <p:cNvSpPr>
            <a:spLocks noGrp="1"/>
          </p:cNvSpPr>
          <p:nvPr>
            <p:ph type="title" hasCustomPrompt="1"/>
          </p:nvPr>
        </p:nvSpPr>
        <p:spPr>
          <a:xfrm>
            <a:off x="503999" y="5504470"/>
            <a:ext cx="11183175" cy="624593"/>
          </a:xfrm>
          <a:solidFill>
            <a:srgbClr val="B70032"/>
          </a:solidFill>
        </p:spPr>
        <p:txBody>
          <a:bodyPr wrap="square" lIns="198000" tIns="158400" rIns="792000" bIns="154800" anchor="b" anchorCtr="0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de-DE" dirty="0"/>
          </a:p>
        </p:txBody>
      </p:sp>
      <p:pic>
        <p:nvPicPr>
          <p:cNvPr id="5" name="vector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439766"/>
            <a:ext cx="1620000" cy="38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72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8">
          <p15:clr>
            <a:srgbClr val="B70035"/>
          </p15:clr>
        </p15:guide>
        <p15:guide id="2" orient="horz" pos="793">
          <p15:clr>
            <a:srgbClr val="B70035"/>
          </p15:clr>
        </p15:guide>
        <p15:guide id="3" pos="7362">
          <p15:clr>
            <a:srgbClr val="B70035"/>
          </p15:clr>
        </p15:guide>
        <p15:guide id="7" orient="horz" pos="3731">
          <p15:clr>
            <a:srgbClr val="B1B6BA"/>
          </p15:clr>
        </p15:guide>
        <p15:guide id="8" pos="446">
          <p15:clr>
            <a:srgbClr val="B1B6BA"/>
          </p15:clr>
        </p15:guide>
        <p15:guide id="9" orient="horz" pos="3861">
          <p15:clr>
            <a:srgbClr val="B70035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8424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Vector Grid 10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788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pos="1063">
          <p15:clr>
            <a:srgbClr val="92C255"/>
          </p15:clr>
        </p15:guide>
        <p15:guide id="8" pos="1109">
          <p15:clr>
            <a:srgbClr val="92C255"/>
          </p15:clr>
        </p15:guide>
        <p15:guide id="9" pos="1753">
          <p15:clr>
            <a:srgbClr val="92C255"/>
          </p15:clr>
        </p15:guide>
        <p15:guide id="10" pos="1797">
          <p15:clr>
            <a:srgbClr val="92C255"/>
          </p15:clr>
        </p15:guide>
        <p15:guide id="11" pos="2441">
          <p15:clr>
            <a:srgbClr val="92C255"/>
          </p15:clr>
        </p15:guide>
        <p15:guide id="12" pos="2485">
          <p15:clr>
            <a:srgbClr val="92C255"/>
          </p15:clr>
        </p15:guide>
        <p15:guide id="13" pos="3129">
          <p15:clr>
            <a:srgbClr val="92C255"/>
          </p15:clr>
        </p15:guide>
        <p15:guide id="14" pos="3173">
          <p15:clr>
            <a:srgbClr val="92C255"/>
          </p15:clr>
        </p15:guide>
        <p15:guide id="15" pos="3817">
          <p15:clr>
            <a:srgbClr val="92C255"/>
          </p15:clr>
        </p15:guide>
        <p15:guide id="16" pos="3861">
          <p15:clr>
            <a:srgbClr val="92C255"/>
          </p15:clr>
        </p15:guide>
        <p15:guide id="17" pos="4505">
          <p15:clr>
            <a:srgbClr val="92C255"/>
          </p15:clr>
        </p15:guide>
        <p15:guide id="18" pos="4549">
          <p15:clr>
            <a:srgbClr val="92C255"/>
          </p15:clr>
        </p15:guide>
        <p15:guide id="19" pos="5193">
          <p15:clr>
            <a:srgbClr val="92C255"/>
          </p15:clr>
        </p15:guide>
        <p15:guide id="20" pos="5237">
          <p15:clr>
            <a:srgbClr val="92C255"/>
          </p15:clr>
        </p15:guide>
        <p15:guide id="21" pos="5881">
          <p15:clr>
            <a:srgbClr val="92C255"/>
          </p15:clr>
        </p15:guide>
        <p15:guide id="22" pos="5925">
          <p15:clr>
            <a:srgbClr val="92C255"/>
          </p15:clr>
        </p15:guide>
        <p15:guide id="23" pos="6569">
          <p15:clr>
            <a:srgbClr val="92C255"/>
          </p15:clr>
        </p15:guide>
        <p15:guide id="24" pos="6613">
          <p15:clr>
            <a:srgbClr val="92C255"/>
          </p15:clr>
        </p15:guide>
        <p15:guide id="25" orient="horz" pos="1415">
          <p15:clr>
            <a:srgbClr val="92C255"/>
          </p15:clr>
        </p15:guide>
        <p15:guide id="26" orient="horz" pos="1461">
          <p15:clr>
            <a:srgbClr val="92C255"/>
          </p15:clr>
        </p15:guide>
        <p15:guide id="27" orient="horz" pos="2082">
          <p15:clr>
            <a:srgbClr val="92C255"/>
          </p15:clr>
        </p15:guide>
        <p15:guide id="28" orient="horz" pos="2125">
          <p15:clr>
            <a:srgbClr val="92C255"/>
          </p15:clr>
        </p15:guide>
        <p15:guide id="29" orient="horz" pos="2746">
          <p15:clr>
            <a:srgbClr val="92C255"/>
          </p15:clr>
        </p15:guide>
        <p15:guide id="30" orient="horz" pos="2789">
          <p15:clr>
            <a:srgbClr val="92C255"/>
          </p15:clr>
        </p15:guide>
        <p15:guide id="31" orient="horz" pos="3410">
          <p15:clr>
            <a:srgbClr val="92C255"/>
          </p15:clr>
        </p15:guide>
        <p15:guide id="32" orient="horz" pos="3453">
          <p15:clr>
            <a:srgbClr val="92C255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Background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Background">
            <a:extLst>
              <a:ext uri="{FF2B5EF4-FFF2-40B4-BE49-F238E27FC236}">
                <a16:creationId xmlns:a16="http://schemas.microsoft.com/office/drawing/2014/main" id="{ACA75FD2-6992-9F77-DA67-ECC65141FE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0" y="1"/>
            <a:ext cx="12192000" cy="6858000"/>
          </a:xfrm>
          <a:prstGeom prst="rect">
            <a:avLst/>
          </a:prstGeom>
        </p:spPr>
      </p:pic>
      <p:sp>
        <p:nvSpPr>
          <p:cNvPr id="6" name="ImgWhiteTransparent">
            <a:extLst>
              <a:ext uri="{FF2B5EF4-FFF2-40B4-BE49-F238E27FC236}">
                <a16:creationId xmlns:a16="http://schemas.microsoft.com/office/drawing/2014/main" id="{FA9E348F-4404-41DB-8416-3CCF29CFC3A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215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pic>
        <p:nvPicPr>
          <p:cNvPr id="8" name="ImgVectorLogo">
            <a:extLst>
              <a:ext uri="{FF2B5EF4-FFF2-40B4-BE49-F238E27FC236}">
                <a16:creationId xmlns:a16="http://schemas.microsoft.com/office/drawing/2014/main" id="{007CB8FE-DEB6-4E0F-A9EA-D7C4E1700D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861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PlaceholderImage">
            <a:extLst>
              <a:ext uri="{FF2B5EF4-FFF2-40B4-BE49-F238E27FC236}">
                <a16:creationId xmlns:a16="http://schemas.microsoft.com/office/drawing/2014/main" id="{B86D8BDC-D3ED-4960-9DC0-BC73A8E8D1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0526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4338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Left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2131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xtPlaceholderTextRight">
            <a:extLst>
              <a:ext uri="{FF2B5EF4-FFF2-40B4-BE49-F238E27FC236}">
                <a16:creationId xmlns:a16="http://schemas.microsoft.com/office/drawing/2014/main" id="{AB459849-D8B7-4780-809C-95EE9FC9A3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4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2771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2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Left, Image Right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PlaceholderImageRight">
            <a:extLst>
              <a:ext uri="{FF2B5EF4-FFF2-40B4-BE49-F238E27FC236}">
                <a16:creationId xmlns:a16="http://schemas.microsoft.com/office/drawing/2014/main" id="{92530041-51B2-466C-8FD8-9EAC951B8F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9206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, Description Bottom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xtPlaceholderContentBottom">
            <a:extLst>
              <a:ext uri="{FF2B5EF4-FFF2-40B4-BE49-F238E27FC236}">
                <a16:creationId xmlns:a16="http://schemas.microsoft.com/office/drawing/2014/main" id="{A0D7E426-1E31-4305-9516-449B3130B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000" y="5148000"/>
            <a:ext cx="10872000" cy="13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level</a:t>
            </a:r>
            <a:r>
              <a:rPr lang="de-DE" dirty="0"/>
              <a:t> 1</a:t>
            </a:r>
          </a:p>
          <a:p>
            <a:pPr lvl="2"/>
            <a:r>
              <a:rPr lang="de-DE" dirty="0" err="1"/>
              <a:t>level</a:t>
            </a:r>
            <a:r>
              <a:rPr lang="de-DE" dirty="0"/>
              <a:t> 2</a:t>
            </a:r>
          </a:p>
          <a:p>
            <a:pPr lvl="3"/>
            <a:r>
              <a:rPr lang="de-DE" dirty="0" err="1"/>
              <a:t>level</a:t>
            </a:r>
            <a:r>
              <a:rPr lang="de-DE" dirty="0"/>
              <a:t> 3</a:t>
            </a:r>
          </a:p>
        </p:txBody>
      </p:sp>
      <p:sp>
        <p:nvSpPr>
          <p:cNvPr id="4" name="ImgPlaceholderImageRight">
            <a:extLst>
              <a:ext uri="{FF2B5EF4-FFF2-40B4-BE49-F238E27FC236}">
                <a16:creationId xmlns:a16="http://schemas.microsoft.com/office/drawing/2014/main" id="{92530041-51B2-466C-8FD8-9EAC951B8F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6000" y="1260000"/>
            <a:ext cx="5292000" cy="367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6" name="ImgPlaceholderImageLeft">
            <a:extLst>
              <a:ext uri="{FF2B5EF4-FFF2-40B4-BE49-F238E27FC236}">
                <a16:creationId xmlns:a16="http://schemas.microsoft.com/office/drawing/2014/main" id="{4EA530D3-64EC-4646-8A40-D2907A3B1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000" y="1260000"/>
            <a:ext cx="5292000" cy="367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0307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Top, Description Bottom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xtPlaceholderContentBottom">
            <a:extLst>
              <a:ext uri="{FF2B5EF4-FFF2-40B4-BE49-F238E27FC236}">
                <a16:creationId xmlns:a16="http://schemas.microsoft.com/office/drawing/2014/main" id="{A0D7E426-1E31-4305-9516-449B3130B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000" y="5148000"/>
            <a:ext cx="10872000" cy="13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level</a:t>
            </a:r>
            <a:r>
              <a:rPr lang="de-DE" dirty="0"/>
              <a:t> 1</a:t>
            </a:r>
          </a:p>
          <a:p>
            <a:pPr lvl="2"/>
            <a:r>
              <a:rPr lang="de-DE" dirty="0" err="1"/>
              <a:t>level</a:t>
            </a:r>
            <a:r>
              <a:rPr lang="de-DE" dirty="0"/>
              <a:t> 2</a:t>
            </a:r>
          </a:p>
          <a:p>
            <a:pPr lvl="3"/>
            <a:r>
              <a:rPr lang="de-DE" dirty="0" err="1"/>
              <a:t>level</a:t>
            </a:r>
            <a:r>
              <a:rPr lang="de-DE" dirty="0"/>
              <a:t> 3</a:t>
            </a:r>
          </a:p>
        </p:txBody>
      </p:sp>
      <p:sp>
        <p:nvSpPr>
          <p:cNvPr id="6" name="ImgPlaceholderImage">
            <a:extLst>
              <a:ext uri="{FF2B5EF4-FFF2-40B4-BE49-F238E27FC236}">
                <a16:creationId xmlns:a16="http://schemas.microsoft.com/office/drawing/2014/main" id="{4EA530D3-64EC-4646-8A40-D2907A3B1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000" y="1260000"/>
            <a:ext cx="10872000" cy="367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9843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13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orient="horz" pos="791">
          <p15:clr>
            <a:srgbClr val="B70035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Top, Large Image Bottom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gPlaceholderImage">
            <a:extLst>
              <a:ext uri="{FF2B5EF4-FFF2-40B4-BE49-F238E27FC236}">
                <a16:creationId xmlns:a16="http://schemas.microsoft.com/office/drawing/2014/main" id="{4EA530D3-64EC-4646-8A40-D2907A3B1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000" y="2844000"/>
            <a:ext cx="10872000" cy="3636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8" name="TxtPlaceholderContentBottom">
            <a:extLst>
              <a:ext uri="{FF2B5EF4-FFF2-40B4-BE49-F238E27FC236}">
                <a16:creationId xmlns:a16="http://schemas.microsoft.com/office/drawing/2014/main" id="{A0D7E426-1E31-4305-9516-449B3130B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000" y="1260000"/>
            <a:ext cx="10872000" cy="13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level</a:t>
            </a:r>
            <a:r>
              <a:rPr lang="de-DE" dirty="0"/>
              <a:t> 1</a:t>
            </a:r>
          </a:p>
          <a:p>
            <a:pPr lvl="2"/>
            <a:r>
              <a:rPr lang="de-DE" dirty="0" err="1"/>
              <a:t>level</a:t>
            </a:r>
            <a:r>
              <a:rPr lang="de-DE" dirty="0"/>
              <a:t> 2</a:t>
            </a:r>
          </a:p>
          <a:p>
            <a:pPr lvl="3"/>
            <a:r>
              <a:rPr lang="de-DE" dirty="0" err="1"/>
              <a:t>level</a:t>
            </a:r>
            <a:r>
              <a:rPr lang="de-DE" dirty="0"/>
              <a:t> 3</a:t>
            </a:r>
          </a:p>
          <a:p>
            <a:pPr lvl="4"/>
            <a:r>
              <a:rPr lang="de-DE" dirty="0" err="1"/>
              <a:t>level</a:t>
            </a:r>
            <a:r>
              <a:rPr lang="de-DE" dirty="0"/>
              <a:t> 4</a:t>
            </a:r>
          </a:p>
          <a:p>
            <a:pPr lvl="5"/>
            <a:r>
              <a:rPr lang="de-DE" dirty="0" err="1"/>
              <a:t>level</a:t>
            </a:r>
            <a:r>
              <a:rPr lang="de-DE" dirty="0"/>
              <a:t> 5</a:t>
            </a:r>
          </a:p>
          <a:p>
            <a:pPr lvl="6"/>
            <a:r>
              <a:rPr lang="de-DE" dirty="0" err="1"/>
              <a:t>level</a:t>
            </a:r>
            <a:r>
              <a:rPr lang="de-DE" dirty="0"/>
              <a:t> 6</a:t>
            </a:r>
          </a:p>
          <a:p>
            <a:pPr lvl="7"/>
            <a:r>
              <a:rPr lang="de-DE" dirty="0" err="1"/>
              <a:t>level</a:t>
            </a:r>
            <a:r>
              <a:rPr lang="de-DE" dirty="0"/>
              <a:t> 7</a:t>
            </a:r>
          </a:p>
          <a:p>
            <a:pPr lvl="8"/>
            <a:r>
              <a:rPr lang="de-DE" dirty="0" err="1"/>
              <a:t>level</a:t>
            </a:r>
            <a:r>
              <a:rPr lang="de-DE" dirty="0"/>
              <a:t> 8</a:t>
            </a:r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175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gBackground">
            <a:extLst>
              <a:ext uri="{FF2B5EF4-FFF2-40B4-BE49-F238E27FC236}">
                <a16:creationId xmlns:a16="http://schemas.microsoft.com/office/drawing/2014/main" id="{B32B262B-9FED-DC16-B42F-8296AD5A95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"/>
          <a:stretch>
            <a:fillRect/>
          </a:stretch>
        </p:blipFill>
        <p:spPr>
          <a:xfrm>
            <a:off x="1587" y="485"/>
            <a:ext cx="12192000" cy="6857028"/>
          </a:xfrm>
          <a:prstGeom prst="rect">
            <a:avLst/>
          </a:prstGeom>
        </p:spPr>
      </p:pic>
      <p:sp>
        <p:nvSpPr>
          <p:cNvPr id="4" name="ImgWhiteTransparent">
            <a:extLst>
              <a:ext uri="{FF2B5EF4-FFF2-40B4-BE49-F238E27FC236}">
                <a16:creationId xmlns:a16="http://schemas.microsoft.com/office/drawing/2014/main" id="{5B080316-2389-43C8-A7FA-8BE71EBA1A7B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ImgWhiteTransparentStripe">
            <a:extLst>
              <a:ext uri="{FF2B5EF4-FFF2-40B4-BE49-F238E27FC236}">
                <a16:creationId xmlns:a16="http://schemas.microsoft.com/office/drawing/2014/main" id="{0A6D976C-36F7-449E-BBA6-CFE223F4C50B}"/>
              </a:ext>
            </a:extLst>
          </p:cNvPr>
          <p:cNvSpPr/>
          <p:nvPr userDrawn="1"/>
        </p:nvSpPr>
        <p:spPr bwMode="auto">
          <a:xfrm>
            <a:off x="0" y="6480000"/>
            <a:ext cx="12192000" cy="378000"/>
          </a:xfrm>
          <a:prstGeom prst="rect">
            <a:avLst/>
          </a:prstGeom>
          <a:solidFill>
            <a:schemeClr val="bg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TxtPlaceholderCopyrightDateVersion">
            <a:extLst>
              <a:ext uri="{FF2B5EF4-FFF2-40B4-BE49-F238E27FC236}">
                <a16:creationId xmlns:a16="http://schemas.microsoft.com/office/drawing/2014/main" id="{7891B031-6EE9-48A6-A5C9-02D0547611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000" y="6480000"/>
            <a:ext cx="10872000" cy="3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177800" indent="-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635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2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549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006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2025. Vector Informatik GmbH. All rights reserved. Any distribution or copying is subject to prior written approval by Vector. V1.0.00 | 2025-12-02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xtPlaceholderAuthorName">
            <a:extLst>
              <a:ext uri="{FF2B5EF4-FFF2-40B4-BE49-F238E27FC236}">
                <a16:creationId xmlns:a16="http://schemas.microsoft.com/office/drawing/2014/main" id="{04926D2A-BCCF-4C9B-851E-9506324EAACD}"/>
              </a:ext>
            </a:extLst>
          </p:cNvPr>
          <p:cNvSpPr txBox="1">
            <a:spLocks/>
          </p:cNvSpPr>
          <p:nvPr userDrawn="1"/>
        </p:nvSpPr>
        <p:spPr>
          <a:xfrm>
            <a:off x="666000" y="3960000"/>
            <a:ext cx="10872000" cy="2520000"/>
          </a:xfrm>
          <a:prstGeom prst="rect">
            <a:avLst/>
          </a:prstGeom>
          <a:noFill/>
        </p:spPr>
        <p:txBody>
          <a:bodyPr wrap="square" lIns="0" tIns="0" rIns="0" bIns="0"/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defRPr sz="1800">
                <a:solidFill>
                  <a:srgbClr val="B70032"/>
                </a:solidFill>
                <a:latin typeface="+mn-lt"/>
                <a:ea typeface="+mn-ea"/>
                <a:cs typeface="+mn-cs"/>
              </a:defRPr>
            </a:lvl1pPr>
            <a:lvl2pPr marL="2667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5334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762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9906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  <a:lvl6pPr marL="14478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6pPr>
            <a:lvl7pPr marL="1905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7pPr>
            <a:lvl8pPr marL="23622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8pPr>
            <a:lvl9pPr marL="28194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Author: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Vector China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TxtPlaceholderInformation">
            <a:hlinkClick r:id="rId3"/>
            <a:extLst>
              <a:ext uri="{FF2B5EF4-FFF2-40B4-BE49-F238E27FC236}">
                <a16:creationId xmlns:a16="http://schemas.microsoft.com/office/drawing/2014/main" id="{7A425888-5EB7-4609-B88D-566A484C7669}"/>
              </a:ext>
            </a:extLst>
          </p:cNvPr>
          <p:cNvSpPr txBox="1">
            <a:spLocks/>
          </p:cNvSpPr>
          <p:nvPr userDrawn="1"/>
        </p:nvSpPr>
        <p:spPr>
          <a:xfrm>
            <a:off x="666000" y="1260000"/>
            <a:ext cx="9360000" cy="1440000"/>
          </a:xfrm>
          <a:prstGeom prst="rect">
            <a:avLst/>
          </a:prstGeom>
          <a:noFill/>
        </p:spPr>
        <p:txBody>
          <a:bodyPr wrap="square" lIns="0" tIns="0" rIns="0" bIns="0"/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defRPr sz="1800">
                <a:solidFill>
                  <a:srgbClr val="B70032"/>
                </a:solidFill>
                <a:latin typeface="+mn-lt"/>
                <a:ea typeface="+mn-ea"/>
                <a:cs typeface="+mn-cs"/>
              </a:defRPr>
            </a:lvl1pPr>
            <a:lvl2pPr marL="2667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5334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762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9906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  <a:lvl6pPr marL="14478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6pPr>
            <a:lvl7pPr marL="1905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7pPr>
            <a:lvl8pPr marL="23622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8pPr>
            <a:lvl9pPr marL="28194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B7003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more information about Vector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B7003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our products please visit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B7003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B7003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www.vector.com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B7003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ImgVectorLogo">
            <a:extLst>
              <a:ext uri="{FF2B5EF4-FFF2-40B4-BE49-F238E27FC236}">
                <a16:creationId xmlns:a16="http://schemas.microsoft.com/office/drawing/2014/main" id="{CA60AECF-F87E-49F9-8366-C5ABA84D23E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26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hapter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hpGrayLine">
            <a:extLst>
              <a:ext uri="{FF2B5EF4-FFF2-40B4-BE49-F238E27FC236}">
                <a16:creationId xmlns:a16="http://schemas.microsoft.com/office/drawing/2014/main" id="{616DCA1E-5DF1-4F1A-A925-403539779E0A}"/>
              </a:ext>
            </a:extLst>
          </p:cNvPr>
          <p:cNvCxnSpPr/>
          <p:nvPr userDrawn="1"/>
        </p:nvCxnSpPr>
        <p:spPr bwMode="auto">
          <a:xfrm>
            <a:off x="5274000" y="6480000"/>
            <a:ext cx="6930000" cy="0"/>
          </a:xfrm>
          <a:prstGeom prst="line">
            <a:avLst/>
          </a:prstGeom>
          <a:noFill/>
          <a:ln w="28575" cap="flat" cmpd="sng" algn="ctr">
            <a:solidFill>
              <a:srgbClr val="565C5E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xtPlaceholderTitle">
            <a:extLst>
              <a:ext uri="{FF2B5EF4-FFF2-40B4-BE49-F238E27FC236}">
                <a16:creationId xmlns:a16="http://schemas.microsoft.com/office/drawing/2014/main" id="{86C413A9-E5F8-442C-8765-A9FB161A8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4000" y="5832000"/>
            <a:ext cx="6930000" cy="648000"/>
          </a:xfrm>
          <a:noFill/>
        </p:spPr>
        <p:txBody>
          <a:bodyPr wrap="square" lIns="0" tIns="0" rIns="0" bIns="0" anchor="ctr" anchorCtr="0">
            <a:normAutofit/>
          </a:bodyPr>
          <a:lstStyle>
            <a:lvl1pPr>
              <a:defRPr lang="de-DE" b="1" cap="none" dirty="0">
                <a:solidFill>
                  <a:srgbClr val="565C5E"/>
                </a:solidFill>
                <a:cs typeface="Arial" panose="020B0604020202020204" pitchFamily="34" charset="0"/>
              </a:defRPr>
            </a:lvl1pPr>
          </a:lstStyle>
          <a:p>
            <a:pPr lvl="0" fontAlgn="base">
              <a:spcAft>
                <a:spcPct val="0"/>
              </a:spcAft>
            </a:pPr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</a:p>
        </p:txBody>
      </p:sp>
      <p:sp>
        <p:nvSpPr>
          <p:cNvPr id="7" name="ImgPlaceholderImage">
            <a:extLst>
              <a:ext uri="{FF2B5EF4-FFF2-40B4-BE49-F238E27FC236}">
                <a16:creationId xmlns:a16="http://schemas.microsoft.com/office/drawing/2014/main" id="{01EA5332-B1B6-419C-812B-0E736FDFBAA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74000" y="1260000"/>
            <a:ext cx="6912000" cy="457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pic>
        <p:nvPicPr>
          <p:cNvPr id="9" name="ImgVectorLogo">
            <a:extLst>
              <a:ext uri="{FF2B5EF4-FFF2-40B4-BE49-F238E27FC236}">
                <a16:creationId xmlns:a16="http://schemas.microsoft.com/office/drawing/2014/main" id="{EA3200EB-3EED-45EF-B489-4516D30C28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  <p:sp>
        <p:nvSpPr>
          <p:cNvPr id="6" name="TxtPlaceholderContent">
            <a:extLst>
              <a:ext uri="{FF2B5EF4-FFF2-40B4-BE49-F238E27FC236}">
                <a16:creationId xmlns:a16="http://schemas.microsoft.com/office/drawing/2014/main" id="{2ED18E6B-FC77-49A5-9D91-F91286486CE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6000" y="1260000"/>
            <a:ext cx="4608000" cy="4572000"/>
          </a:xfrm>
        </p:spPr>
        <p:txBody>
          <a:bodyPr lIns="0" tIns="0" rIns="18000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  <a:p>
            <a:pPr lvl="5"/>
            <a:r>
              <a:rPr lang="en-US" dirty="0"/>
              <a:t>level 5</a:t>
            </a:r>
          </a:p>
          <a:p>
            <a:pPr lvl="6"/>
            <a:r>
              <a:rPr lang="en-US" dirty="0"/>
              <a:t>level 6</a:t>
            </a:r>
          </a:p>
          <a:p>
            <a:pPr lvl="7"/>
            <a:r>
              <a:rPr lang="en-US" dirty="0"/>
              <a:t>level 7</a:t>
            </a:r>
          </a:p>
          <a:p>
            <a:pPr lvl="8"/>
            <a:r>
              <a:rPr lang="en-US" dirty="0"/>
              <a:t>level 8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6118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">
          <p15:clr>
            <a:srgbClr val="B70032"/>
          </p15:clr>
        </p15:guide>
        <p15:guide id="2" orient="horz" pos="792">
          <p15:clr>
            <a:srgbClr val="B70032"/>
          </p15:clr>
        </p15:guide>
        <p15:guide id="3" orient="horz" pos="3680">
          <p15:clr>
            <a:srgbClr val="B70032"/>
          </p15:clr>
        </p15:guide>
        <p15:guide id="4" orient="horz" pos="4088">
          <p15:clr>
            <a:srgbClr val="B70032"/>
          </p15:clr>
        </p15:guide>
        <p15:guide id="5" pos="7277">
          <p15:clr>
            <a:srgbClr val="B7003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Background">
            <a:extLst>
              <a:ext uri="{FF2B5EF4-FFF2-40B4-BE49-F238E27FC236}">
                <a16:creationId xmlns:a16="http://schemas.microsoft.com/office/drawing/2014/main" id="{5CF09BDB-A2D4-78CB-6802-F8B827D84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0" y="0"/>
            <a:ext cx="12192000" cy="6858000"/>
          </a:xfrm>
          <a:prstGeom prst="rect">
            <a:avLst/>
          </a:prstGeom>
        </p:spPr>
      </p:pic>
      <p:sp>
        <p:nvSpPr>
          <p:cNvPr id="6" name="ImgWhiteTransparent">
            <a:extLst>
              <a:ext uri="{FF2B5EF4-FFF2-40B4-BE49-F238E27FC236}">
                <a16:creationId xmlns:a16="http://schemas.microsoft.com/office/drawing/2014/main" id="{FA9E348F-4404-41DB-8416-3CCF29CFC3A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215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  <a:p>
            <a:pPr lvl="5"/>
            <a:r>
              <a:rPr lang="en-US" dirty="0"/>
              <a:t>level 5</a:t>
            </a:r>
          </a:p>
          <a:p>
            <a:pPr lvl="6"/>
            <a:r>
              <a:rPr lang="en-US" dirty="0"/>
              <a:t>level 6</a:t>
            </a:r>
          </a:p>
          <a:p>
            <a:pPr lvl="7"/>
            <a:r>
              <a:rPr lang="en-US" dirty="0"/>
              <a:t>level 7</a:t>
            </a:r>
          </a:p>
          <a:p>
            <a:pPr lvl="8"/>
            <a:r>
              <a:rPr lang="en-US" dirty="0"/>
              <a:t>level 8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630000"/>
            <a:ext cx="8946000" cy="324000"/>
          </a:xfrm>
        </p:spPr>
        <p:txBody>
          <a:bodyPr vert="horz" wrap="none" lIns="0" tIns="0" rIns="0" bIns="0" rtlCol="0" anchor="b" anchorCtr="0">
            <a:noAutofit/>
          </a:bodyPr>
          <a:lstStyle>
            <a:lvl1pPr>
              <a:defRPr lang="de-DE" sz="2000" dirty="0">
                <a:solidFill>
                  <a:srgbClr val="B70032"/>
                </a:solidFill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800"/>
              </a:spcBef>
              <a:buClr>
                <a:srgbClr val="B70032"/>
              </a:buClr>
              <a:buSzPct val="25000"/>
              <a:buFont typeface="Arial" panose="020B0604020202020204" pitchFamily="34" charset="0"/>
            </a:pPr>
            <a:r>
              <a:rPr lang="en-US" dirty="0"/>
              <a:t>Slide Headline (20pt)</a:t>
            </a:r>
            <a:endParaRPr lang="de-DE" dirty="0"/>
          </a:p>
        </p:txBody>
      </p:sp>
      <p:pic>
        <p:nvPicPr>
          <p:cNvPr id="8" name="ImgVectorLogo">
            <a:extLst>
              <a:ext uri="{FF2B5EF4-FFF2-40B4-BE49-F238E27FC236}">
                <a16:creationId xmlns:a16="http://schemas.microsoft.com/office/drawing/2014/main" id="{F99E46FA-4CFF-4B41-BAEB-6EE9F024C2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14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">
          <p15:clr>
            <a:srgbClr val="B70032"/>
          </p15:clr>
        </p15:guide>
        <p15:guide id="2" orient="horz" pos="792">
          <p15:clr>
            <a:srgbClr val="B70032"/>
          </p15:clr>
        </p15:guide>
        <p15:guide id="3" orient="horz" pos="4090">
          <p15:clr>
            <a:srgbClr val="B70032"/>
          </p15:clr>
        </p15:guide>
        <p15:guide id="4" pos="7277">
          <p15:clr>
            <a:srgbClr val="B70032"/>
          </p15:clr>
        </p15:guide>
        <p15:guide id="5" orient="horz" pos="571">
          <p15:clr>
            <a:srgbClr val="B1B6BA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Dark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sp>
        <p:nvSpPr>
          <p:cNvPr id="13" name="TxtPageNumber">
            <a:extLst>
              <a:ext uri="{FF2B5EF4-FFF2-40B4-BE49-F238E27FC236}">
                <a16:creationId xmlns:a16="http://schemas.microsoft.com/office/drawing/2014/main" id="{CB923C98-0F15-57D8-C6F5-8E39DA79699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4" name="TxtPlaceholderContent">
            <a:extLst>
              <a:ext uri="{FF2B5EF4-FFF2-40B4-BE49-F238E27FC236}">
                <a16:creationId xmlns:a16="http://schemas.microsoft.com/office/drawing/2014/main" id="{69E18B5A-D2F9-9C11-6E53-8FE11D5AE56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pic>
        <p:nvPicPr>
          <p:cNvPr id="4" name="ImgVectorLogo">
            <a:extLst>
              <a:ext uri="{FF2B5EF4-FFF2-40B4-BE49-F238E27FC236}">
                <a16:creationId xmlns:a16="http://schemas.microsoft.com/office/drawing/2014/main" id="{5F58B760-2F31-4468-E4BA-E8347C5BFF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55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Grid 10x5 Dark Gray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sp>
        <p:nvSpPr>
          <p:cNvPr id="15" name="TxtPageNumber">
            <a:extLst>
              <a:ext uri="{FF2B5EF4-FFF2-40B4-BE49-F238E27FC236}">
                <a16:creationId xmlns:a16="http://schemas.microsoft.com/office/drawing/2014/main" id="{C289768C-E98D-32AA-D23D-FCE2C21422D1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6" name="ImgVectorLogo">
            <a:extLst>
              <a:ext uri="{FF2B5EF4-FFF2-40B4-BE49-F238E27FC236}">
                <a16:creationId xmlns:a16="http://schemas.microsoft.com/office/drawing/2014/main" id="{61EE91A8-2107-EB42-6787-78FD5B1B32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9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pos="1063">
          <p15:clr>
            <a:srgbClr val="92C255"/>
          </p15:clr>
        </p15:guide>
        <p15:guide id="8" pos="1109">
          <p15:clr>
            <a:srgbClr val="92C255"/>
          </p15:clr>
        </p15:guide>
        <p15:guide id="9" pos="1753">
          <p15:clr>
            <a:srgbClr val="92C255"/>
          </p15:clr>
        </p15:guide>
        <p15:guide id="10" pos="1797">
          <p15:clr>
            <a:srgbClr val="92C255"/>
          </p15:clr>
        </p15:guide>
        <p15:guide id="11" pos="2441">
          <p15:clr>
            <a:srgbClr val="92C255"/>
          </p15:clr>
        </p15:guide>
        <p15:guide id="12" pos="2485">
          <p15:clr>
            <a:srgbClr val="92C255"/>
          </p15:clr>
        </p15:guide>
        <p15:guide id="13" pos="3129">
          <p15:clr>
            <a:srgbClr val="92C255"/>
          </p15:clr>
        </p15:guide>
        <p15:guide id="14" pos="3173">
          <p15:clr>
            <a:srgbClr val="92C255"/>
          </p15:clr>
        </p15:guide>
        <p15:guide id="15" pos="3817">
          <p15:clr>
            <a:srgbClr val="92C255"/>
          </p15:clr>
        </p15:guide>
        <p15:guide id="16" pos="3861">
          <p15:clr>
            <a:srgbClr val="92C255"/>
          </p15:clr>
        </p15:guide>
        <p15:guide id="17" pos="4505">
          <p15:clr>
            <a:srgbClr val="92C255"/>
          </p15:clr>
        </p15:guide>
        <p15:guide id="18" pos="4549">
          <p15:clr>
            <a:srgbClr val="92C255"/>
          </p15:clr>
        </p15:guide>
        <p15:guide id="19" pos="5193">
          <p15:clr>
            <a:srgbClr val="92C255"/>
          </p15:clr>
        </p15:guide>
        <p15:guide id="20" pos="5237">
          <p15:clr>
            <a:srgbClr val="92C255"/>
          </p15:clr>
        </p15:guide>
        <p15:guide id="21" pos="5881">
          <p15:clr>
            <a:srgbClr val="92C255"/>
          </p15:clr>
        </p15:guide>
        <p15:guide id="22" pos="5925">
          <p15:clr>
            <a:srgbClr val="92C255"/>
          </p15:clr>
        </p15:guide>
        <p15:guide id="23" pos="6569">
          <p15:clr>
            <a:srgbClr val="92C255"/>
          </p15:clr>
        </p15:guide>
        <p15:guide id="24" pos="6613">
          <p15:clr>
            <a:srgbClr val="92C255"/>
          </p15:clr>
        </p15:guide>
        <p15:guide id="25" orient="horz" pos="1415">
          <p15:clr>
            <a:srgbClr val="92C255"/>
          </p15:clr>
        </p15:guide>
        <p15:guide id="26" orient="horz" pos="1461">
          <p15:clr>
            <a:srgbClr val="92C255"/>
          </p15:clr>
        </p15:guide>
        <p15:guide id="27" orient="horz" pos="2082">
          <p15:clr>
            <a:srgbClr val="92C255"/>
          </p15:clr>
        </p15:guide>
        <p15:guide id="28" orient="horz" pos="2125">
          <p15:clr>
            <a:srgbClr val="92C255"/>
          </p15:clr>
        </p15:guide>
        <p15:guide id="29" orient="horz" pos="2746">
          <p15:clr>
            <a:srgbClr val="92C255"/>
          </p15:clr>
        </p15:guide>
        <p15:guide id="30" orient="horz" pos="2789">
          <p15:clr>
            <a:srgbClr val="92C255"/>
          </p15:clr>
        </p15:guide>
        <p15:guide id="31" orient="horz" pos="3410">
          <p15:clr>
            <a:srgbClr val="92C255"/>
          </p15:clr>
        </p15:guide>
        <p15:guide id="32" orient="horz" pos="3453">
          <p15:clr>
            <a:srgbClr val="92C255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 Vector Dark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sp>
        <p:nvSpPr>
          <p:cNvPr id="13" name="TxtPageNumber">
            <a:extLst>
              <a:ext uri="{FF2B5EF4-FFF2-40B4-BE49-F238E27FC236}">
                <a16:creationId xmlns:a16="http://schemas.microsoft.com/office/drawing/2014/main" id="{CB923C98-0F15-57D8-C6F5-8E39DA79699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5" name="ImgVectorLogo">
            <a:extLst>
              <a:ext uri="{FF2B5EF4-FFF2-40B4-BE49-F238E27FC236}">
                <a16:creationId xmlns:a16="http://schemas.microsoft.com/office/drawing/2014/main" id="{9300C092-F24A-C115-3E18-B0420CAD33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99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Medium Gra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xtPageNumber">
            <a:extLst>
              <a:ext uri="{FF2B5EF4-FFF2-40B4-BE49-F238E27FC236}">
                <a16:creationId xmlns:a16="http://schemas.microsoft.com/office/drawing/2014/main" id="{9577BDA2-2EB6-712B-34CC-923DD97F6A7D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4" name="TxtPlaceholderSlideTitle">
            <a:extLst>
              <a:ext uri="{FF2B5EF4-FFF2-40B4-BE49-F238E27FC236}">
                <a16:creationId xmlns:a16="http://schemas.microsoft.com/office/drawing/2014/main" id="{008CF603-7B99-EE84-B73A-4BF281EC3A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15" name="TxtPlaceholderChapterTitle">
            <a:extLst>
              <a:ext uri="{FF2B5EF4-FFF2-40B4-BE49-F238E27FC236}">
                <a16:creationId xmlns:a16="http://schemas.microsoft.com/office/drawing/2014/main" id="{AB35965F-BDB9-6EC6-B0F9-6F32FA11D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>
                <a:solidFill>
                  <a:srgbClr val="DADEE1"/>
                </a:solidFill>
              </a:defRPr>
            </a:lvl1pPr>
          </a:lstStyle>
          <a:p>
            <a:r>
              <a:rPr lang="en-US" dirty="0"/>
              <a:t>Chapter Headline / Presentation Title (16pt, 22% gray)</a:t>
            </a:r>
            <a:endParaRPr lang="de-DE" dirty="0"/>
          </a:p>
        </p:txBody>
      </p:sp>
      <p:sp>
        <p:nvSpPr>
          <p:cNvPr id="16" name="TxtPlaceholderContent">
            <a:extLst>
              <a:ext uri="{FF2B5EF4-FFF2-40B4-BE49-F238E27FC236}">
                <a16:creationId xmlns:a16="http://schemas.microsoft.com/office/drawing/2014/main" id="{E19E8B8F-86C5-B30A-2BDE-7202D662ED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pic>
        <p:nvPicPr>
          <p:cNvPr id="17" name="ImgVectorLogo">
            <a:extLst>
              <a:ext uri="{FF2B5EF4-FFF2-40B4-BE49-F238E27FC236}">
                <a16:creationId xmlns:a16="http://schemas.microsoft.com/office/drawing/2014/main" id="{1D619FD2-7092-5EF0-9E2D-F043E5700F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38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Grid 10x5 Medium Gra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>
                <a:solidFill>
                  <a:srgbClr val="DADEE1"/>
                </a:solidFill>
              </a:defRPr>
            </a:lvl1pPr>
          </a:lstStyle>
          <a:p>
            <a:r>
              <a:rPr lang="en-US" dirty="0"/>
              <a:t>Chapter Headline / Presentation Title (16pt, 22% gray)</a:t>
            </a:r>
            <a:endParaRPr lang="de-DE" dirty="0"/>
          </a:p>
        </p:txBody>
      </p:sp>
      <p:sp>
        <p:nvSpPr>
          <p:cNvPr id="15" name="TxtPageNumber">
            <a:extLst>
              <a:ext uri="{FF2B5EF4-FFF2-40B4-BE49-F238E27FC236}">
                <a16:creationId xmlns:a16="http://schemas.microsoft.com/office/drawing/2014/main" id="{C289768C-E98D-32AA-D23D-FCE2C21422D1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6" name="ImgVectorLogo">
            <a:extLst>
              <a:ext uri="{FF2B5EF4-FFF2-40B4-BE49-F238E27FC236}">
                <a16:creationId xmlns:a16="http://schemas.microsoft.com/office/drawing/2014/main" id="{C7A0591B-8AF4-08D7-27D6-4B57536AF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34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pos="1063">
          <p15:clr>
            <a:srgbClr val="92C255"/>
          </p15:clr>
        </p15:guide>
        <p15:guide id="8" pos="1109">
          <p15:clr>
            <a:srgbClr val="92C255"/>
          </p15:clr>
        </p15:guide>
        <p15:guide id="9" pos="1753">
          <p15:clr>
            <a:srgbClr val="92C255"/>
          </p15:clr>
        </p15:guide>
        <p15:guide id="10" pos="1797">
          <p15:clr>
            <a:srgbClr val="92C255"/>
          </p15:clr>
        </p15:guide>
        <p15:guide id="11" pos="2441">
          <p15:clr>
            <a:srgbClr val="92C255"/>
          </p15:clr>
        </p15:guide>
        <p15:guide id="12" pos="2485">
          <p15:clr>
            <a:srgbClr val="92C255"/>
          </p15:clr>
        </p15:guide>
        <p15:guide id="13" pos="3129">
          <p15:clr>
            <a:srgbClr val="92C255"/>
          </p15:clr>
        </p15:guide>
        <p15:guide id="14" pos="3173">
          <p15:clr>
            <a:srgbClr val="92C255"/>
          </p15:clr>
        </p15:guide>
        <p15:guide id="15" pos="3817">
          <p15:clr>
            <a:srgbClr val="92C255"/>
          </p15:clr>
        </p15:guide>
        <p15:guide id="16" pos="3861">
          <p15:clr>
            <a:srgbClr val="92C255"/>
          </p15:clr>
        </p15:guide>
        <p15:guide id="17" pos="4505">
          <p15:clr>
            <a:srgbClr val="92C255"/>
          </p15:clr>
        </p15:guide>
        <p15:guide id="18" pos="4549">
          <p15:clr>
            <a:srgbClr val="92C255"/>
          </p15:clr>
        </p15:guide>
        <p15:guide id="19" pos="5193">
          <p15:clr>
            <a:srgbClr val="92C255"/>
          </p15:clr>
        </p15:guide>
        <p15:guide id="20" pos="5237">
          <p15:clr>
            <a:srgbClr val="92C255"/>
          </p15:clr>
        </p15:guide>
        <p15:guide id="21" pos="5881">
          <p15:clr>
            <a:srgbClr val="92C255"/>
          </p15:clr>
        </p15:guide>
        <p15:guide id="22" pos="5925">
          <p15:clr>
            <a:srgbClr val="92C255"/>
          </p15:clr>
        </p15:guide>
        <p15:guide id="23" pos="6569">
          <p15:clr>
            <a:srgbClr val="92C255"/>
          </p15:clr>
        </p15:guide>
        <p15:guide id="24" pos="6613">
          <p15:clr>
            <a:srgbClr val="92C255"/>
          </p15:clr>
        </p15:guide>
        <p15:guide id="25" orient="horz" pos="1415">
          <p15:clr>
            <a:srgbClr val="92C255"/>
          </p15:clr>
        </p15:guide>
        <p15:guide id="26" orient="horz" pos="1461">
          <p15:clr>
            <a:srgbClr val="92C255"/>
          </p15:clr>
        </p15:guide>
        <p15:guide id="27" orient="horz" pos="2082">
          <p15:clr>
            <a:srgbClr val="92C255"/>
          </p15:clr>
        </p15:guide>
        <p15:guide id="28" orient="horz" pos="2125">
          <p15:clr>
            <a:srgbClr val="92C255"/>
          </p15:clr>
        </p15:guide>
        <p15:guide id="29" orient="horz" pos="2746">
          <p15:clr>
            <a:srgbClr val="92C255"/>
          </p15:clr>
        </p15:guide>
        <p15:guide id="30" orient="horz" pos="2789">
          <p15:clr>
            <a:srgbClr val="92C255"/>
          </p15:clr>
        </p15:guide>
        <p15:guide id="31" orient="horz" pos="3410">
          <p15:clr>
            <a:srgbClr val="92C255"/>
          </p15:clr>
        </p15:guide>
        <p15:guide id="32" orient="horz" pos="3453">
          <p15:clr>
            <a:srgbClr val="92C255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 Vector Medium Gra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>
                <a:solidFill>
                  <a:srgbClr val="DADEE1"/>
                </a:solidFill>
              </a:defRPr>
            </a:lvl1pPr>
          </a:lstStyle>
          <a:p>
            <a:r>
              <a:rPr lang="en-US" dirty="0"/>
              <a:t>Chapter Headline / Presentation Title (16pt, 22% gray)</a:t>
            </a:r>
            <a:endParaRPr lang="de-DE" dirty="0"/>
          </a:p>
        </p:txBody>
      </p:sp>
      <p:sp>
        <p:nvSpPr>
          <p:cNvPr id="13" name="TxtPageNumber">
            <a:extLst>
              <a:ext uri="{FF2B5EF4-FFF2-40B4-BE49-F238E27FC236}">
                <a16:creationId xmlns:a16="http://schemas.microsoft.com/office/drawing/2014/main" id="{CB923C98-0F15-57D8-C6F5-8E39DA79699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4" name="ImgVectorLogo">
            <a:extLst>
              <a:ext uri="{FF2B5EF4-FFF2-40B4-BE49-F238E27FC236}">
                <a16:creationId xmlns:a16="http://schemas.microsoft.com/office/drawing/2014/main" id="{33BA4740-BF9E-37BF-7576-698A28E2C7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50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Light Gra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xtPageNumber">
            <a:extLst>
              <a:ext uri="{FF2B5EF4-FFF2-40B4-BE49-F238E27FC236}">
                <a16:creationId xmlns:a16="http://schemas.microsoft.com/office/drawing/2014/main" id="{EA000635-A5A7-C6C0-FAAB-5D780F53ED2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4" name="TxtPlaceholderSlideTitle">
            <a:extLst>
              <a:ext uri="{FF2B5EF4-FFF2-40B4-BE49-F238E27FC236}">
                <a16:creationId xmlns:a16="http://schemas.microsoft.com/office/drawing/2014/main" id="{29931850-60E7-5B85-A1E0-1B69D49EF9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565C5E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15" name="TxtPlaceholderChapterTitle">
            <a:extLst>
              <a:ext uri="{FF2B5EF4-FFF2-40B4-BE49-F238E27FC236}">
                <a16:creationId xmlns:a16="http://schemas.microsoft.com/office/drawing/2014/main" id="{7198674D-B506-75A0-615E-DB5104E781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>
                <a:solidFill>
                  <a:srgbClr val="848B8E"/>
                </a:solidFill>
              </a:defRPr>
            </a:lvl1pPr>
          </a:lstStyle>
          <a:p>
            <a:r>
              <a:rPr lang="en-US" dirty="0"/>
              <a:t>Chapter Headline / Presentation Title (16pt, 73% gray)</a:t>
            </a:r>
            <a:endParaRPr lang="de-DE" dirty="0"/>
          </a:p>
        </p:txBody>
      </p:sp>
      <p:sp>
        <p:nvSpPr>
          <p:cNvPr id="16" name="TxtPlaceholderContent">
            <a:extLst>
              <a:ext uri="{FF2B5EF4-FFF2-40B4-BE49-F238E27FC236}">
                <a16:creationId xmlns:a16="http://schemas.microsoft.com/office/drawing/2014/main" id="{168DE3B5-6659-88CF-C168-B568EC7686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rgbClr val="565C5E"/>
                </a:solidFill>
              </a:defRPr>
            </a:lvl1pPr>
            <a:lvl2pPr>
              <a:buClr>
                <a:srgbClr val="565C5E"/>
              </a:buClr>
              <a:defRPr>
                <a:solidFill>
                  <a:srgbClr val="565C5E"/>
                </a:solidFill>
              </a:defRPr>
            </a:lvl2pPr>
            <a:lvl3pPr>
              <a:buClr>
                <a:srgbClr val="565C5E"/>
              </a:buClr>
              <a:defRPr>
                <a:solidFill>
                  <a:srgbClr val="565C5E"/>
                </a:solidFill>
              </a:defRPr>
            </a:lvl3pPr>
            <a:lvl4pPr>
              <a:buClr>
                <a:srgbClr val="565C5E"/>
              </a:buClr>
              <a:defRPr>
                <a:solidFill>
                  <a:srgbClr val="565C5E"/>
                </a:solidFill>
              </a:defRPr>
            </a:lvl4pPr>
            <a:lvl5pPr>
              <a:buClr>
                <a:srgbClr val="565C5E"/>
              </a:buClr>
              <a:defRPr>
                <a:solidFill>
                  <a:srgbClr val="565C5E"/>
                </a:solidFill>
              </a:defRPr>
            </a:lvl5pPr>
            <a:lvl6pPr>
              <a:buClr>
                <a:srgbClr val="565C5E"/>
              </a:buClr>
              <a:defRPr>
                <a:solidFill>
                  <a:srgbClr val="565C5E"/>
                </a:solidFill>
              </a:defRPr>
            </a:lvl6pPr>
            <a:lvl7pPr>
              <a:buClr>
                <a:srgbClr val="565C5E"/>
              </a:buClr>
              <a:defRPr>
                <a:solidFill>
                  <a:srgbClr val="565C5E"/>
                </a:solidFill>
              </a:defRPr>
            </a:lvl7pPr>
            <a:lvl8pPr>
              <a:buClr>
                <a:srgbClr val="565C5E"/>
              </a:buClr>
              <a:defRPr>
                <a:solidFill>
                  <a:srgbClr val="565C5E"/>
                </a:solidFill>
              </a:defRPr>
            </a:lvl8pPr>
            <a:lvl9pPr>
              <a:buClr>
                <a:srgbClr val="565C5E"/>
              </a:buClr>
              <a:defRPr>
                <a:solidFill>
                  <a:srgbClr val="565C5E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pic>
        <p:nvPicPr>
          <p:cNvPr id="19" name="ImgVectorLogo">
            <a:extLst>
              <a:ext uri="{FF2B5EF4-FFF2-40B4-BE49-F238E27FC236}">
                <a16:creationId xmlns:a16="http://schemas.microsoft.com/office/drawing/2014/main" id="{0C80C799-C2A1-5A1E-8701-7F38B5FE8C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8000" y="288001"/>
            <a:ext cx="1260000" cy="2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20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Grid 10x5 Light Gra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rgbClr val="565C5E"/>
                </a:solidFill>
              </a:defRPr>
            </a:lvl1pPr>
            <a:lvl2pPr>
              <a:buClr>
                <a:srgbClr val="565C5E"/>
              </a:buClr>
              <a:defRPr>
                <a:solidFill>
                  <a:srgbClr val="565C5E"/>
                </a:solidFill>
              </a:defRPr>
            </a:lvl2pPr>
            <a:lvl3pPr>
              <a:buClr>
                <a:srgbClr val="565C5E"/>
              </a:buClr>
              <a:defRPr>
                <a:solidFill>
                  <a:srgbClr val="565C5E"/>
                </a:solidFill>
              </a:defRPr>
            </a:lvl3pPr>
            <a:lvl4pPr>
              <a:buClr>
                <a:srgbClr val="565C5E"/>
              </a:buClr>
              <a:defRPr>
                <a:solidFill>
                  <a:srgbClr val="565C5E"/>
                </a:solidFill>
              </a:defRPr>
            </a:lvl4pPr>
            <a:lvl5pPr>
              <a:buClr>
                <a:srgbClr val="565C5E"/>
              </a:buClr>
              <a:defRPr>
                <a:solidFill>
                  <a:srgbClr val="565C5E"/>
                </a:solidFill>
              </a:defRPr>
            </a:lvl5pPr>
            <a:lvl6pPr>
              <a:buClr>
                <a:srgbClr val="565C5E"/>
              </a:buClr>
              <a:defRPr>
                <a:solidFill>
                  <a:srgbClr val="565C5E"/>
                </a:solidFill>
              </a:defRPr>
            </a:lvl6pPr>
            <a:lvl7pPr>
              <a:buClr>
                <a:srgbClr val="565C5E"/>
              </a:buClr>
              <a:defRPr>
                <a:solidFill>
                  <a:srgbClr val="565C5E"/>
                </a:solidFill>
              </a:defRPr>
            </a:lvl7pPr>
            <a:lvl8pPr>
              <a:buClr>
                <a:srgbClr val="565C5E"/>
              </a:buClr>
              <a:defRPr>
                <a:solidFill>
                  <a:srgbClr val="565C5E"/>
                </a:solidFill>
              </a:defRPr>
            </a:lvl8pPr>
            <a:lvl9pPr>
              <a:buClr>
                <a:srgbClr val="565C5E"/>
              </a:buClr>
              <a:defRPr>
                <a:solidFill>
                  <a:srgbClr val="565C5E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565C5E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>
                <a:solidFill>
                  <a:srgbClr val="848B8E"/>
                </a:solidFill>
              </a:defRPr>
            </a:lvl1pPr>
          </a:lstStyle>
          <a:p>
            <a:r>
              <a:rPr lang="en-US" dirty="0"/>
              <a:t>Chapter Headline / Presentation Title (16pt, 73% gray)</a:t>
            </a:r>
            <a:endParaRPr lang="de-DE" dirty="0"/>
          </a:p>
        </p:txBody>
      </p:sp>
      <p:sp>
        <p:nvSpPr>
          <p:cNvPr id="15" name="TxtPageNumber">
            <a:extLst>
              <a:ext uri="{FF2B5EF4-FFF2-40B4-BE49-F238E27FC236}">
                <a16:creationId xmlns:a16="http://schemas.microsoft.com/office/drawing/2014/main" id="{C289768C-E98D-32AA-D23D-FCE2C21422D1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7" name="ImgVectorLogo">
            <a:extLst>
              <a:ext uri="{FF2B5EF4-FFF2-40B4-BE49-F238E27FC236}">
                <a16:creationId xmlns:a16="http://schemas.microsoft.com/office/drawing/2014/main" id="{4AD76E52-C180-D708-5056-AF5EBDE75C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8000" y="288001"/>
            <a:ext cx="1260000" cy="2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27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pos="1063">
          <p15:clr>
            <a:srgbClr val="92C255"/>
          </p15:clr>
        </p15:guide>
        <p15:guide id="8" pos="1109">
          <p15:clr>
            <a:srgbClr val="92C255"/>
          </p15:clr>
        </p15:guide>
        <p15:guide id="9" pos="1753">
          <p15:clr>
            <a:srgbClr val="92C255"/>
          </p15:clr>
        </p15:guide>
        <p15:guide id="10" pos="1797">
          <p15:clr>
            <a:srgbClr val="92C255"/>
          </p15:clr>
        </p15:guide>
        <p15:guide id="11" pos="2441">
          <p15:clr>
            <a:srgbClr val="92C255"/>
          </p15:clr>
        </p15:guide>
        <p15:guide id="12" pos="2485">
          <p15:clr>
            <a:srgbClr val="92C255"/>
          </p15:clr>
        </p15:guide>
        <p15:guide id="13" pos="3129">
          <p15:clr>
            <a:srgbClr val="92C255"/>
          </p15:clr>
        </p15:guide>
        <p15:guide id="14" pos="3173">
          <p15:clr>
            <a:srgbClr val="92C255"/>
          </p15:clr>
        </p15:guide>
        <p15:guide id="15" pos="3817">
          <p15:clr>
            <a:srgbClr val="92C255"/>
          </p15:clr>
        </p15:guide>
        <p15:guide id="16" pos="3861">
          <p15:clr>
            <a:srgbClr val="92C255"/>
          </p15:clr>
        </p15:guide>
        <p15:guide id="17" pos="4505">
          <p15:clr>
            <a:srgbClr val="92C255"/>
          </p15:clr>
        </p15:guide>
        <p15:guide id="18" pos="4549">
          <p15:clr>
            <a:srgbClr val="92C255"/>
          </p15:clr>
        </p15:guide>
        <p15:guide id="19" pos="5193">
          <p15:clr>
            <a:srgbClr val="92C255"/>
          </p15:clr>
        </p15:guide>
        <p15:guide id="20" pos="5237">
          <p15:clr>
            <a:srgbClr val="92C255"/>
          </p15:clr>
        </p15:guide>
        <p15:guide id="21" pos="5881">
          <p15:clr>
            <a:srgbClr val="92C255"/>
          </p15:clr>
        </p15:guide>
        <p15:guide id="22" pos="5925">
          <p15:clr>
            <a:srgbClr val="92C255"/>
          </p15:clr>
        </p15:guide>
        <p15:guide id="23" pos="6569">
          <p15:clr>
            <a:srgbClr val="92C255"/>
          </p15:clr>
        </p15:guide>
        <p15:guide id="24" pos="6613">
          <p15:clr>
            <a:srgbClr val="92C255"/>
          </p15:clr>
        </p15:guide>
        <p15:guide id="25" orient="horz" pos="1415">
          <p15:clr>
            <a:srgbClr val="92C255"/>
          </p15:clr>
        </p15:guide>
        <p15:guide id="26" orient="horz" pos="1461">
          <p15:clr>
            <a:srgbClr val="92C255"/>
          </p15:clr>
        </p15:guide>
        <p15:guide id="27" orient="horz" pos="2082">
          <p15:clr>
            <a:srgbClr val="92C255"/>
          </p15:clr>
        </p15:guide>
        <p15:guide id="28" orient="horz" pos="2125">
          <p15:clr>
            <a:srgbClr val="92C255"/>
          </p15:clr>
        </p15:guide>
        <p15:guide id="29" orient="horz" pos="2746">
          <p15:clr>
            <a:srgbClr val="92C255"/>
          </p15:clr>
        </p15:guide>
        <p15:guide id="30" orient="horz" pos="2789">
          <p15:clr>
            <a:srgbClr val="92C255"/>
          </p15:clr>
        </p15:guide>
        <p15:guide id="31" orient="horz" pos="3410">
          <p15:clr>
            <a:srgbClr val="92C255"/>
          </p15:clr>
        </p15:guide>
        <p15:guide id="32" orient="horz" pos="3453">
          <p15:clr>
            <a:srgbClr val="92C255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 Vector Light Gra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xtPageNumber">
            <a:extLst>
              <a:ext uri="{FF2B5EF4-FFF2-40B4-BE49-F238E27FC236}">
                <a16:creationId xmlns:a16="http://schemas.microsoft.com/office/drawing/2014/main" id="{CB923C98-0F15-57D8-C6F5-8E39DA79699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4" name="TxtPlaceholderSlideTitle">
            <a:extLst>
              <a:ext uri="{FF2B5EF4-FFF2-40B4-BE49-F238E27FC236}">
                <a16:creationId xmlns:a16="http://schemas.microsoft.com/office/drawing/2014/main" id="{F6E4D852-AFB3-9535-606C-FA66D3D9BE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565C5E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15" name="TxtPlaceholderChapterTitle">
            <a:extLst>
              <a:ext uri="{FF2B5EF4-FFF2-40B4-BE49-F238E27FC236}">
                <a16:creationId xmlns:a16="http://schemas.microsoft.com/office/drawing/2014/main" id="{2037B9A5-BB0D-F8FC-EC07-7A3DAD3E1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>
                <a:solidFill>
                  <a:srgbClr val="848B8E"/>
                </a:solidFill>
              </a:defRPr>
            </a:lvl1pPr>
          </a:lstStyle>
          <a:p>
            <a:r>
              <a:rPr lang="en-US" dirty="0"/>
              <a:t>Chapter Headline / Presentation Title (16pt, 73% gray)</a:t>
            </a:r>
            <a:endParaRPr lang="de-DE" dirty="0"/>
          </a:p>
        </p:txBody>
      </p:sp>
      <p:pic>
        <p:nvPicPr>
          <p:cNvPr id="16" name="ImgVectorLogo">
            <a:extLst>
              <a:ext uri="{FF2B5EF4-FFF2-40B4-BE49-F238E27FC236}">
                <a16:creationId xmlns:a16="http://schemas.microsoft.com/office/drawing/2014/main" id="{AD960688-B11A-002E-B37B-92016E524C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8000" y="288001"/>
            <a:ext cx="1260000" cy="2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87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Title">
    <p:bg>
      <p:bgPr>
        <a:solidFill>
          <a:srgbClr val="B7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gVectorLogo">
            <a:extLst>
              <a:ext uri="{FF2B5EF4-FFF2-40B4-BE49-F238E27FC236}">
                <a16:creationId xmlns:a16="http://schemas.microsoft.com/office/drawing/2014/main" id="{34910917-7079-D191-6BAA-A6DD89EF63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93504" y="2044195"/>
            <a:ext cx="5804993" cy="276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17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Red">
    <p:bg>
      <p:bgPr>
        <a:solidFill>
          <a:srgbClr val="B7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2995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Red Empty">
    <p:bg>
      <p:bgPr>
        <a:solidFill>
          <a:srgbClr val="B7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091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Dark Gray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9645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Dark Gray Empty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061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Medium Gra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19774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Medium Gray Empt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54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Light Gra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rgbClr val="565C5E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rgbClr val="565C5E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5997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Light Gray Empt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319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chemeClr val="tx1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76513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White 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565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Image and Text Dark Gray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Placeholder">
            <a:extLst>
              <a:ext uri="{FF2B5EF4-FFF2-40B4-BE49-F238E27FC236}">
                <a16:creationId xmlns:a16="http://schemas.microsoft.com/office/drawing/2014/main" id="{D6118027-4D80-F2AE-21A7-4C9632A9E0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TxtPlaceholderContent">
            <a:extLst>
              <a:ext uri="{FF2B5EF4-FFF2-40B4-BE49-F238E27FC236}">
                <a16:creationId xmlns:a16="http://schemas.microsoft.com/office/drawing/2014/main" id="{11EAF15F-79A7-197D-1ACE-0FA9B8EA23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2" y="908050"/>
            <a:ext cx="10442576" cy="5041900"/>
          </a:xfrm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+mj-lt"/>
                <a:sym typeface="Wingdings" panose="05000000000000000000" pitchFamily="2" charset="2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 dirty="0"/>
              <a:t>Add a picture and change the transparency via Picture Format  Adjust  Transparency (75% or more)</a:t>
            </a:r>
          </a:p>
        </p:txBody>
      </p:sp>
    </p:spTree>
    <p:extLst>
      <p:ext uri="{BB962C8B-B14F-4D97-AF65-F5344CB8AC3E}">
        <p14:creationId xmlns:p14="http://schemas.microsoft.com/office/powerpoint/2010/main" val="241310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Image and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Placeholder">
            <a:extLst>
              <a:ext uri="{FF2B5EF4-FFF2-40B4-BE49-F238E27FC236}">
                <a16:creationId xmlns:a16="http://schemas.microsoft.com/office/drawing/2014/main" id="{D6118027-4D80-F2AE-21A7-4C9632A9E0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xtPlaceholderContent">
            <a:extLst>
              <a:ext uri="{FF2B5EF4-FFF2-40B4-BE49-F238E27FC236}">
                <a16:creationId xmlns:a16="http://schemas.microsoft.com/office/drawing/2014/main" id="{11EAF15F-79A7-197D-1ACE-0FA9B8EA23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2" y="908050"/>
            <a:ext cx="10442576" cy="5041900"/>
          </a:xfrm>
        </p:spPr>
        <p:txBody>
          <a:bodyPr/>
          <a:lstStyle>
            <a:lvl1pPr>
              <a:defRPr sz="4400" b="1">
                <a:solidFill>
                  <a:srgbClr val="565C5E"/>
                </a:solidFill>
                <a:latin typeface="+mj-lt"/>
                <a:sym typeface="Wingdings" panose="05000000000000000000" pitchFamily="2" charset="2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 dirty="0"/>
              <a:t>Add a picture and change the transparency via Picture Format  Adjust  Transparency (60% or more)</a:t>
            </a:r>
          </a:p>
        </p:txBody>
      </p:sp>
    </p:spTree>
    <p:extLst>
      <p:ext uri="{BB962C8B-B14F-4D97-AF65-F5344CB8AC3E}">
        <p14:creationId xmlns:p14="http://schemas.microsoft.com/office/powerpoint/2010/main" val="4097279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Placeholder">
            <a:extLst>
              <a:ext uri="{FF2B5EF4-FFF2-40B4-BE49-F238E27FC236}">
                <a16:creationId xmlns:a16="http://schemas.microsoft.com/office/drawing/2014/main" id="{84027ACD-A8A9-CD48-3D84-2920599032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07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Layout End Slide">
    <p:bg>
      <p:bgPr>
        <a:solidFill>
          <a:srgbClr val="B7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gVectorLogo">
            <a:extLst>
              <a:ext uri="{FF2B5EF4-FFF2-40B4-BE49-F238E27FC236}">
                <a16:creationId xmlns:a16="http://schemas.microsoft.com/office/drawing/2014/main" id="{34910917-7079-D191-6BAA-A6DD89EF63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93504" y="2044195"/>
            <a:ext cx="5804993" cy="2769611"/>
          </a:xfrm>
          <a:prstGeom prst="rect">
            <a:avLst/>
          </a:prstGeom>
        </p:spPr>
      </p:pic>
      <p:sp>
        <p:nvSpPr>
          <p:cNvPr id="4" name="TxtPlaceholder">
            <a:extLst>
              <a:ext uri="{FF2B5EF4-FFF2-40B4-BE49-F238E27FC236}">
                <a16:creationId xmlns:a16="http://schemas.microsoft.com/office/drawing/2014/main" id="{284142B5-E841-4E3E-87F9-203C2B622C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5437415"/>
            <a:ext cx="10442575" cy="512536"/>
          </a:xfrm>
        </p:spPr>
        <p:txBody>
          <a:bodyPr wrap="none" bIns="0" anchor="b" anchorCtr="0"/>
          <a:lstStyle>
            <a:lvl1pPr algn="ctr">
              <a:defRPr sz="17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47204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orient="horz" pos="572">
          <p15:clr>
            <a:srgbClr val="B1B6BA"/>
          </p15:clr>
        </p15:guide>
        <p15:guide id="3" pos="7129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Slide Long Title and Subtitl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ConfidentialityAllSlides" hidden="1">
            <a:extLst>
              <a:ext uri="{FF2B5EF4-FFF2-40B4-BE49-F238E27FC236}">
                <a16:creationId xmlns:a16="http://schemas.microsoft.com/office/drawing/2014/main" id="{F9C56169-43D2-43B3-A5AA-B4B8CCCCE448}"/>
              </a:ext>
            </a:extLst>
          </p:cNvPr>
          <p:cNvSpPr txBox="1"/>
          <p:nvPr userDrawn="1"/>
        </p:nvSpPr>
        <p:spPr>
          <a:xfrm>
            <a:off x="4992004" y="275999"/>
            <a:ext cx="1343992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False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1" name="TxtPlaceholderConfidentialityStatus" hidden="1">
            <a:extLst>
              <a:ext uri="{FF2B5EF4-FFF2-40B4-BE49-F238E27FC236}">
                <a16:creationId xmlns:a16="http://schemas.microsoft.com/office/drawing/2014/main" id="{1A550510-E92A-4A99-90CC-80D50542D7AF}"/>
              </a:ext>
            </a:extLst>
          </p:cNvPr>
          <p:cNvSpPr txBox="1"/>
          <p:nvPr userDrawn="1"/>
        </p:nvSpPr>
        <p:spPr>
          <a:xfrm>
            <a:off x="4992004" y="449246"/>
            <a:ext cx="1344000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For Public Use (Default)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2" name="TxtPlaceholderDate" hidden="1">
            <a:extLst>
              <a:ext uri="{FF2B5EF4-FFF2-40B4-BE49-F238E27FC236}">
                <a16:creationId xmlns:a16="http://schemas.microsoft.com/office/drawing/2014/main" id="{5C853DDF-8BDA-4B28-A38E-6D9F3CBC93CB}"/>
              </a:ext>
            </a:extLst>
          </p:cNvPr>
          <p:cNvSpPr txBox="1"/>
          <p:nvPr userDrawn="1"/>
        </p:nvSpPr>
        <p:spPr>
          <a:xfrm>
            <a:off x="2892814" y="824619"/>
            <a:ext cx="1344000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2020-04-30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3" name="TxtPlaceholderVersion" hidden="1">
            <a:extLst>
              <a:ext uri="{FF2B5EF4-FFF2-40B4-BE49-F238E27FC236}">
                <a16:creationId xmlns:a16="http://schemas.microsoft.com/office/drawing/2014/main" id="{7E896179-9173-49BD-84C0-4F31C61BDDB6}"/>
              </a:ext>
            </a:extLst>
          </p:cNvPr>
          <p:cNvSpPr txBox="1"/>
          <p:nvPr userDrawn="1"/>
        </p:nvSpPr>
        <p:spPr>
          <a:xfrm>
            <a:off x="2900622" y="648196"/>
            <a:ext cx="1340096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1.01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4" name="TxtPlaceholderCopyright" hidden="1">
            <a:extLst>
              <a:ext uri="{FF2B5EF4-FFF2-40B4-BE49-F238E27FC236}">
                <a16:creationId xmlns:a16="http://schemas.microsoft.com/office/drawing/2014/main" id="{3238ABF1-29A7-4D10-BEBE-C26A531AB8DD}"/>
              </a:ext>
            </a:extLst>
          </p:cNvPr>
          <p:cNvSpPr txBox="1"/>
          <p:nvPr userDrawn="1"/>
        </p:nvSpPr>
        <p:spPr>
          <a:xfrm>
            <a:off x="2900622" y="476023"/>
            <a:ext cx="1340096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2014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" name="TxtPlaceholderCompanySlides" hidden="1">
            <a:extLst>
              <a:ext uri="{FF2B5EF4-FFF2-40B4-BE49-F238E27FC236}">
                <a16:creationId xmlns:a16="http://schemas.microsoft.com/office/drawing/2014/main" id="{5D1A9931-57FA-4665-98C4-36AC9206A6F2}"/>
              </a:ext>
            </a:extLst>
          </p:cNvPr>
          <p:cNvSpPr txBox="1"/>
          <p:nvPr userDrawn="1"/>
        </p:nvSpPr>
        <p:spPr>
          <a:xfrm>
            <a:off x="2896718" y="299599"/>
            <a:ext cx="1344000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Vector Informatik GmbH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" name="TxtPlaceholderTemplateVersion" hidden="1">
            <a:extLst>
              <a:ext uri="{FF2B5EF4-FFF2-40B4-BE49-F238E27FC236}">
                <a16:creationId xmlns:a16="http://schemas.microsoft.com/office/drawing/2014/main" id="{005C1EEA-C91E-4404-AB92-DBA0B38E375E}"/>
              </a:ext>
            </a:extLst>
          </p:cNvPr>
          <p:cNvSpPr txBox="1"/>
          <p:nvPr userDrawn="1"/>
        </p:nvSpPr>
        <p:spPr>
          <a:xfrm>
            <a:off x="2896718" y="123176"/>
            <a:ext cx="1340096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Template Version 4.5.002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" name="TxtPlaceholderConfidentialityLongText" hidden="1">
            <a:extLst>
              <a:ext uri="{FF2B5EF4-FFF2-40B4-BE49-F238E27FC236}">
                <a16:creationId xmlns:a16="http://schemas.microsoft.com/office/drawing/2014/main" id="{E996C57A-3919-4E4E-ACE2-1A0F82F2F1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2000" y="6480000"/>
            <a:ext cx="10848000" cy="3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177800" indent="-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635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2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549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006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© 2016. Vector Informatik GmbH. All rights reserved. Any distribution or copying is subject to prior written approval by Vector. V0.1 | 2016-09-21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9" name="TxtPlaceholderConfidentialityText" hidden="1">
            <a:extLst>
              <a:ext uri="{FF2B5EF4-FFF2-40B4-BE49-F238E27FC236}">
                <a16:creationId xmlns:a16="http://schemas.microsoft.com/office/drawing/2014/main" id="{8809AAD5-02A8-42A3-B573-19AE24FA7F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5112" y="6479268"/>
            <a:ext cx="432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44000" tIns="0" rIns="0" bIns="0" anchor="b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254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508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762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900113" indent="-138113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13573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8145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2717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7289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" name="TxtPlaceholderDateVersion">
            <a:extLst>
              <a:ext uri="{FF2B5EF4-FFF2-40B4-BE49-F238E27FC236}">
                <a16:creationId xmlns:a16="http://schemas.microsoft.com/office/drawing/2014/main" id="{73A84C47-9AC1-400D-9016-3620471BF81F}"/>
              </a:ext>
            </a:extLst>
          </p:cNvPr>
          <p:cNvSpPr txBox="1"/>
          <p:nvPr userDrawn="1"/>
        </p:nvSpPr>
        <p:spPr>
          <a:xfrm>
            <a:off x="3708000" y="6480000"/>
            <a:ext cx="7992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0">
            <a:noAutofit/>
          </a:bodyPr>
          <a:lstStyle>
            <a:defPPr lvl="0">
              <a:defRPr lang="de-DE"/>
            </a:defPPr>
            <a:lvl1pPr algn="r">
              <a:spcBef>
                <a:spcPct val="20000"/>
              </a:spcBef>
              <a:defRPr sz="800">
                <a:solidFill>
                  <a:srgbClr val="565C5E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V1.01 | 2020-04-30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" name="ImgPlaceholderImage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260000"/>
            <a:ext cx="12193200" cy="4608000"/>
          </a:xfrm>
        </p:spPr>
        <p:txBody>
          <a:bodyPr lIns="756000"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graphic</a:t>
            </a:r>
            <a:endParaRPr lang="de-DE" dirty="0"/>
          </a:p>
        </p:txBody>
      </p:sp>
      <p:sp>
        <p:nvSpPr>
          <p:cNvPr id="25" name="TxtPlaceholderSubtitle">
            <a:extLst>
              <a:ext uri="{FF2B5EF4-FFF2-40B4-BE49-F238E27FC236}">
                <a16:creationId xmlns:a16="http://schemas.microsoft.com/office/drawing/2014/main" id="{E04034C4-2A4D-41B9-A673-38EF1405B7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4825" y="5651350"/>
            <a:ext cx="11196000" cy="478800"/>
          </a:xfrm>
          <a:solidFill>
            <a:srgbClr val="B70032"/>
          </a:solidFill>
        </p:spPr>
        <p:txBody>
          <a:bodyPr lIns="252000" tIns="14400" rIns="252000" bIns="25200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  <a:endParaRPr lang="de-DE" dirty="0"/>
          </a:p>
        </p:txBody>
      </p:sp>
      <p:sp>
        <p:nvSpPr>
          <p:cNvPr id="2" name="TxtPlaceholderTitle">
            <a:extLst>
              <a:ext uri="{FF2B5EF4-FFF2-40B4-BE49-F238E27FC236}">
                <a16:creationId xmlns:a16="http://schemas.microsoft.com/office/drawing/2014/main" id="{3A52968A-3B43-49E9-89EF-B5C1DEF90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5" y="4982400"/>
            <a:ext cx="11196000" cy="669600"/>
          </a:xfrm>
          <a:solidFill>
            <a:srgbClr val="B70032"/>
          </a:solidFill>
        </p:spPr>
        <p:txBody>
          <a:bodyPr vert="horz" wrap="none" lIns="252000" tIns="216000" rIns="792000" bIns="144000" rtlCol="0" anchor="b" anchorCtr="0">
            <a:noAutofit/>
          </a:bodyPr>
          <a:lstStyle>
            <a:lvl1pPr>
              <a:defRPr lang="de-DE" sz="2200" b="1" dirty="0">
                <a:solidFill>
                  <a:schemeClr val="bg1"/>
                </a:solidFill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</a:p>
        </p:txBody>
      </p:sp>
      <p:pic>
        <p:nvPicPr>
          <p:cNvPr id="5" name="vector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" y="439200"/>
            <a:ext cx="1620000" cy="38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923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8">
          <p15:clr>
            <a:srgbClr val="B70035"/>
          </p15:clr>
        </p15:guide>
        <p15:guide id="2" orient="horz" pos="793">
          <p15:clr>
            <a:srgbClr val="B70035"/>
          </p15:clr>
        </p15:guide>
        <p15:guide id="3" pos="7362">
          <p15:clr>
            <a:srgbClr val="B70035"/>
          </p15:clr>
        </p15:guide>
        <p15:guide id="5" orient="horz" pos="3862">
          <p15:clr>
            <a:srgbClr val="B70035"/>
          </p15:clr>
        </p15:guide>
        <p15:guide id="7" orient="horz" pos="3698">
          <p15:clr>
            <a:srgbClr val="B1B6BA"/>
          </p15:clr>
        </p15:guide>
        <p15:guide id="8" pos="474">
          <p15:clr>
            <a:srgbClr val="B1B6BA"/>
          </p15:clr>
        </p15:guide>
        <p15:guide id="9" orient="horz" pos="3436">
          <p15:clr>
            <a:srgbClr val="B1B6BA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Slide w/o Subtitl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xtPlaceholderConfidentialityLongText" hidden="1">
            <a:extLst>
              <a:ext uri="{FF2B5EF4-FFF2-40B4-BE49-F238E27FC236}">
                <a16:creationId xmlns:a16="http://schemas.microsoft.com/office/drawing/2014/main" id="{E996C57A-3919-4E4E-ACE2-1A0F82F2F1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4000" y="6480000"/>
            <a:ext cx="10848000" cy="3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52000" tIns="0" rIns="0" bIns="0" anchor="ctr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177800" indent="-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635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2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549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006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© 2021. Vector Informatik GmbH.  | Confidential. | V0.1 | 2021-07-06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9" name="TxtPlaceholderConfidentialityText" hidden="1">
            <a:extLst>
              <a:ext uri="{FF2B5EF4-FFF2-40B4-BE49-F238E27FC236}">
                <a16:creationId xmlns:a16="http://schemas.microsoft.com/office/drawing/2014/main" id="{8809AAD5-02A8-42A3-B573-19AE24FA7F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3768" y="6479268"/>
            <a:ext cx="432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44000" tIns="0" rIns="0" bIns="0" anchor="b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254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508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762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900113" indent="-138113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13573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8145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2717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7289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" name="TxtPlaceholderDateVersion">
            <a:extLst>
              <a:ext uri="{FF2B5EF4-FFF2-40B4-BE49-F238E27FC236}">
                <a16:creationId xmlns:a16="http://schemas.microsoft.com/office/drawing/2014/main" id="{73A84C47-9AC1-400D-9016-3620471BF81F}"/>
              </a:ext>
            </a:extLst>
          </p:cNvPr>
          <p:cNvSpPr txBox="1"/>
          <p:nvPr userDrawn="1"/>
        </p:nvSpPr>
        <p:spPr>
          <a:xfrm>
            <a:off x="3708000" y="6480000"/>
            <a:ext cx="7992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0">
            <a:noAutofit/>
          </a:bodyPr>
          <a:lstStyle>
            <a:defPPr lvl="0">
              <a:defRPr lang="de-DE"/>
            </a:defPPr>
            <a:lvl1pPr algn="r">
              <a:spcBef>
                <a:spcPct val="20000"/>
              </a:spcBef>
              <a:defRPr sz="800">
                <a:solidFill>
                  <a:srgbClr val="565C5E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V0.1 | 2021-07-06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" name="ImgPlaceholderImage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259999"/>
            <a:ext cx="12193200" cy="4608989"/>
          </a:xfrm>
        </p:spPr>
        <p:txBody>
          <a:bodyPr lIns="756000"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graphic</a:t>
            </a:r>
            <a:endParaRPr lang="de-DE" dirty="0"/>
          </a:p>
        </p:txBody>
      </p:sp>
      <p:sp>
        <p:nvSpPr>
          <p:cNvPr id="2" name="TxtPlaceholderTitle"/>
          <p:cNvSpPr>
            <a:spLocks noGrp="1"/>
          </p:cNvSpPr>
          <p:nvPr>
            <p:ph type="title" hasCustomPrompt="1"/>
          </p:nvPr>
        </p:nvSpPr>
        <p:spPr>
          <a:xfrm>
            <a:off x="503999" y="5403679"/>
            <a:ext cx="11183175" cy="722742"/>
          </a:xfrm>
          <a:solidFill>
            <a:srgbClr val="B70032"/>
          </a:solidFill>
        </p:spPr>
        <p:txBody>
          <a:bodyPr wrap="square" lIns="252000" tIns="216000" rIns="792000" bIns="198000" anchor="b" anchorCtr="0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de-DE" dirty="0"/>
          </a:p>
        </p:txBody>
      </p:sp>
      <p:pic>
        <p:nvPicPr>
          <p:cNvPr id="5" name="vector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" y="439766"/>
            <a:ext cx="1620000" cy="38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26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8">
          <p15:clr>
            <a:srgbClr val="B70035"/>
          </p15:clr>
        </p15:guide>
        <p15:guide id="2" orient="horz" pos="793">
          <p15:clr>
            <a:srgbClr val="B70035"/>
          </p15:clr>
        </p15:guide>
        <p15:guide id="3" pos="7362">
          <p15:clr>
            <a:srgbClr val="B70035"/>
          </p15:clr>
        </p15:guide>
        <p15:guide id="4" orient="horz" pos="3860">
          <p15:clr>
            <a:srgbClr val="B70035"/>
          </p15:clr>
        </p15:guide>
        <p15:guide id="7" orient="horz" pos="3698">
          <p15:clr>
            <a:srgbClr val="B1B6BA"/>
          </p15:clr>
        </p15:guide>
        <p15:guide id="8" pos="474">
          <p15:clr>
            <a:srgbClr val="B1B6BA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4567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Vector Grid 10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64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pos="1063">
          <p15:clr>
            <a:srgbClr val="92C255"/>
          </p15:clr>
        </p15:guide>
        <p15:guide id="8" pos="1109">
          <p15:clr>
            <a:srgbClr val="92C255"/>
          </p15:clr>
        </p15:guide>
        <p15:guide id="9" pos="1753">
          <p15:clr>
            <a:srgbClr val="92C255"/>
          </p15:clr>
        </p15:guide>
        <p15:guide id="10" pos="1797">
          <p15:clr>
            <a:srgbClr val="92C255"/>
          </p15:clr>
        </p15:guide>
        <p15:guide id="11" pos="2441">
          <p15:clr>
            <a:srgbClr val="92C255"/>
          </p15:clr>
        </p15:guide>
        <p15:guide id="12" pos="2485">
          <p15:clr>
            <a:srgbClr val="92C255"/>
          </p15:clr>
        </p15:guide>
        <p15:guide id="13" pos="3129">
          <p15:clr>
            <a:srgbClr val="92C255"/>
          </p15:clr>
        </p15:guide>
        <p15:guide id="14" pos="3173">
          <p15:clr>
            <a:srgbClr val="92C255"/>
          </p15:clr>
        </p15:guide>
        <p15:guide id="15" pos="3817">
          <p15:clr>
            <a:srgbClr val="92C255"/>
          </p15:clr>
        </p15:guide>
        <p15:guide id="16" pos="3861">
          <p15:clr>
            <a:srgbClr val="92C255"/>
          </p15:clr>
        </p15:guide>
        <p15:guide id="17" pos="4505">
          <p15:clr>
            <a:srgbClr val="92C255"/>
          </p15:clr>
        </p15:guide>
        <p15:guide id="18" pos="4549">
          <p15:clr>
            <a:srgbClr val="92C255"/>
          </p15:clr>
        </p15:guide>
        <p15:guide id="19" pos="5193">
          <p15:clr>
            <a:srgbClr val="92C255"/>
          </p15:clr>
        </p15:guide>
        <p15:guide id="20" pos="5237">
          <p15:clr>
            <a:srgbClr val="92C255"/>
          </p15:clr>
        </p15:guide>
        <p15:guide id="21" pos="5881">
          <p15:clr>
            <a:srgbClr val="92C255"/>
          </p15:clr>
        </p15:guide>
        <p15:guide id="22" pos="5925">
          <p15:clr>
            <a:srgbClr val="92C255"/>
          </p15:clr>
        </p15:guide>
        <p15:guide id="23" pos="6569">
          <p15:clr>
            <a:srgbClr val="92C255"/>
          </p15:clr>
        </p15:guide>
        <p15:guide id="24" pos="6613">
          <p15:clr>
            <a:srgbClr val="92C255"/>
          </p15:clr>
        </p15:guide>
        <p15:guide id="25" orient="horz" pos="1415">
          <p15:clr>
            <a:srgbClr val="92C255"/>
          </p15:clr>
        </p15:guide>
        <p15:guide id="26" orient="horz" pos="1461">
          <p15:clr>
            <a:srgbClr val="92C255"/>
          </p15:clr>
        </p15:guide>
        <p15:guide id="27" orient="horz" pos="2082">
          <p15:clr>
            <a:srgbClr val="92C255"/>
          </p15:clr>
        </p15:guide>
        <p15:guide id="28" orient="horz" pos="2125">
          <p15:clr>
            <a:srgbClr val="92C255"/>
          </p15:clr>
        </p15:guide>
        <p15:guide id="29" orient="horz" pos="2746">
          <p15:clr>
            <a:srgbClr val="92C255"/>
          </p15:clr>
        </p15:guide>
        <p15:guide id="30" orient="horz" pos="2789">
          <p15:clr>
            <a:srgbClr val="92C255"/>
          </p15:clr>
        </p15:guide>
        <p15:guide id="31" orient="horz" pos="3410">
          <p15:clr>
            <a:srgbClr val="92C255"/>
          </p15:clr>
        </p15:guide>
        <p15:guide id="32" orient="horz" pos="3453">
          <p15:clr>
            <a:srgbClr val="92C255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Background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gBackground">
            <a:extLst>
              <a:ext uri="{FF2B5EF4-FFF2-40B4-BE49-F238E27FC236}">
                <a16:creationId xmlns:a16="http://schemas.microsoft.com/office/drawing/2014/main" id="{B1894F6C-130C-41E3-847B-EF27B92CB6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" y="1"/>
            <a:ext cx="12192000" cy="6858000"/>
          </a:xfrm>
          <a:prstGeom prst="rect">
            <a:avLst/>
          </a:prstGeom>
        </p:spPr>
      </p:pic>
      <p:sp>
        <p:nvSpPr>
          <p:cNvPr id="6" name="ImgWhiteTransparent">
            <a:extLst>
              <a:ext uri="{FF2B5EF4-FFF2-40B4-BE49-F238E27FC236}">
                <a16:creationId xmlns:a16="http://schemas.microsoft.com/office/drawing/2014/main" id="{FA9E348F-4404-41DB-8416-3CCF29CFC3A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215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pic>
        <p:nvPicPr>
          <p:cNvPr id="8" name="ImgVectorLogo">
            <a:extLst>
              <a:ext uri="{FF2B5EF4-FFF2-40B4-BE49-F238E27FC236}">
                <a16:creationId xmlns:a16="http://schemas.microsoft.com/office/drawing/2014/main" id="{007CB8FE-DEB6-4E0F-A9EA-D7C4E1700D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76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PlaceholderImage">
            <a:extLst>
              <a:ext uri="{FF2B5EF4-FFF2-40B4-BE49-F238E27FC236}">
                <a16:creationId xmlns:a16="http://schemas.microsoft.com/office/drawing/2014/main" id="{B86D8BDC-D3ED-4960-9DC0-BC73A8E8D1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4630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875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Left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7678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xtPlaceholderTextRight">
            <a:extLst>
              <a:ext uri="{FF2B5EF4-FFF2-40B4-BE49-F238E27FC236}">
                <a16:creationId xmlns:a16="http://schemas.microsoft.com/office/drawing/2014/main" id="{AB459849-D8B7-4780-809C-95EE9FC9A3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4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4717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Left, Image Right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PlaceholderImageRight">
            <a:extLst>
              <a:ext uri="{FF2B5EF4-FFF2-40B4-BE49-F238E27FC236}">
                <a16:creationId xmlns:a16="http://schemas.microsoft.com/office/drawing/2014/main" id="{92530041-51B2-466C-8FD8-9EAC951B8F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6625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, Description Bottom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xtPlaceholderContentBottom">
            <a:extLst>
              <a:ext uri="{FF2B5EF4-FFF2-40B4-BE49-F238E27FC236}">
                <a16:creationId xmlns:a16="http://schemas.microsoft.com/office/drawing/2014/main" id="{A0D7E426-1E31-4305-9516-449B3130B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000" y="5148000"/>
            <a:ext cx="10872000" cy="13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level</a:t>
            </a:r>
            <a:r>
              <a:rPr lang="de-DE" dirty="0"/>
              <a:t> 1</a:t>
            </a:r>
          </a:p>
          <a:p>
            <a:pPr lvl="2"/>
            <a:r>
              <a:rPr lang="de-DE" dirty="0" err="1"/>
              <a:t>level</a:t>
            </a:r>
            <a:r>
              <a:rPr lang="de-DE" dirty="0"/>
              <a:t> 2</a:t>
            </a:r>
          </a:p>
          <a:p>
            <a:pPr lvl="3"/>
            <a:r>
              <a:rPr lang="de-DE" dirty="0" err="1"/>
              <a:t>level</a:t>
            </a:r>
            <a:r>
              <a:rPr lang="de-DE" dirty="0"/>
              <a:t> 3</a:t>
            </a:r>
          </a:p>
        </p:txBody>
      </p:sp>
      <p:sp>
        <p:nvSpPr>
          <p:cNvPr id="4" name="ImgPlaceholderImageRight">
            <a:extLst>
              <a:ext uri="{FF2B5EF4-FFF2-40B4-BE49-F238E27FC236}">
                <a16:creationId xmlns:a16="http://schemas.microsoft.com/office/drawing/2014/main" id="{92530041-51B2-466C-8FD8-9EAC951B8F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6000" y="1260000"/>
            <a:ext cx="5292000" cy="367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6" name="ImgPlaceholderImageLeft">
            <a:extLst>
              <a:ext uri="{FF2B5EF4-FFF2-40B4-BE49-F238E27FC236}">
                <a16:creationId xmlns:a16="http://schemas.microsoft.com/office/drawing/2014/main" id="{4EA530D3-64EC-4646-8A40-D2907A3B1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000" y="1260000"/>
            <a:ext cx="5292000" cy="367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6230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Top, Description Bottom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xtPlaceholderContentBottom">
            <a:extLst>
              <a:ext uri="{FF2B5EF4-FFF2-40B4-BE49-F238E27FC236}">
                <a16:creationId xmlns:a16="http://schemas.microsoft.com/office/drawing/2014/main" id="{A0D7E426-1E31-4305-9516-449B3130B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000" y="5148000"/>
            <a:ext cx="10872000" cy="13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level</a:t>
            </a:r>
            <a:r>
              <a:rPr lang="de-DE" dirty="0"/>
              <a:t> 1</a:t>
            </a:r>
          </a:p>
          <a:p>
            <a:pPr lvl="2"/>
            <a:r>
              <a:rPr lang="de-DE" dirty="0" err="1"/>
              <a:t>level</a:t>
            </a:r>
            <a:r>
              <a:rPr lang="de-DE" dirty="0"/>
              <a:t> 2</a:t>
            </a:r>
          </a:p>
          <a:p>
            <a:pPr lvl="3"/>
            <a:r>
              <a:rPr lang="de-DE" dirty="0" err="1"/>
              <a:t>level</a:t>
            </a:r>
            <a:r>
              <a:rPr lang="de-DE" dirty="0"/>
              <a:t> 3</a:t>
            </a:r>
          </a:p>
        </p:txBody>
      </p:sp>
      <p:sp>
        <p:nvSpPr>
          <p:cNvPr id="6" name="ImgPlaceholderImage">
            <a:extLst>
              <a:ext uri="{FF2B5EF4-FFF2-40B4-BE49-F238E27FC236}">
                <a16:creationId xmlns:a16="http://schemas.microsoft.com/office/drawing/2014/main" id="{4EA530D3-64EC-4646-8A40-D2907A3B1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000" y="1260000"/>
            <a:ext cx="10872000" cy="367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1948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orient="horz" pos="791">
          <p15:clr>
            <a:srgbClr val="B70035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Top, Large Image Bottom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gPlaceholderImage">
            <a:extLst>
              <a:ext uri="{FF2B5EF4-FFF2-40B4-BE49-F238E27FC236}">
                <a16:creationId xmlns:a16="http://schemas.microsoft.com/office/drawing/2014/main" id="{4EA530D3-64EC-4646-8A40-D2907A3B1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000" y="2844000"/>
            <a:ext cx="10872000" cy="3636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8" name="TxtPlaceholderContentBottom">
            <a:extLst>
              <a:ext uri="{FF2B5EF4-FFF2-40B4-BE49-F238E27FC236}">
                <a16:creationId xmlns:a16="http://schemas.microsoft.com/office/drawing/2014/main" id="{A0D7E426-1E31-4305-9516-449B3130B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000" y="1260000"/>
            <a:ext cx="10872000" cy="13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level</a:t>
            </a:r>
            <a:r>
              <a:rPr lang="de-DE" dirty="0"/>
              <a:t> 1</a:t>
            </a:r>
          </a:p>
          <a:p>
            <a:pPr lvl="2"/>
            <a:r>
              <a:rPr lang="de-DE" dirty="0" err="1"/>
              <a:t>level</a:t>
            </a:r>
            <a:r>
              <a:rPr lang="de-DE" dirty="0"/>
              <a:t> 2</a:t>
            </a:r>
          </a:p>
          <a:p>
            <a:pPr lvl="3"/>
            <a:r>
              <a:rPr lang="de-DE" dirty="0" err="1"/>
              <a:t>level</a:t>
            </a:r>
            <a:r>
              <a:rPr lang="de-DE" dirty="0"/>
              <a:t> 3</a:t>
            </a:r>
          </a:p>
          <a:p>
            <a:pPr lvl="4"/>
            <a:r>
              <a:rPr lang="de-DE" dirty="0" err="1"/>
              <a:t>level</a:t>
            </a:r>
            <a:r>
              <a:rPr lang="de-DE" dirty="0"/>
              <a:t> 4</a:t>
            </a:r>
          </a:p>
          <a:p>
            <a:pPr lvl="5"/>
            <a:r>
              <a:rPr lang="de-DE" dirty="0" err="1"/>
              <a:t>level</a:t>
            </a:r>
            <a:r>
              <a:rPr lang="de-DE" dirty="0"/>
              <a:t> 5</a:t>
            </a:r>
          </a:p>
          <a:p>
            <a:pPr lvl="6"/>
            <a:r>
              <a:rPr lang="de-DE" dirty="0" err="1"/>
              <a:t>level</a:t>
            </a:r>
            <a:r>
              <a:rPr lang="de-DE" dirty="0"/>
              <a:t> 6</a:t>
            </a:r>
          </a:p>
          <a:p>
            <a:pPr lvl="7"/>
            <a:r>
              <a:rPr lang="de-DE" dirty="0" err="1"/>
              <a:t>level</a:t>
            </a:r>
            <a:r>
              <a:rPr lang="de-DE" dirty="0"/>
              <a:t> 7</a:t>
            </a:r>
          </a:p>
          <a:p>
            <a:pPr lvl="8"/>
            <a:r>
              <a:rPr lang="de-DE" dirty="0" err="1"/>
              <a:t>level</a:t>
            </a:r>
            <a:r>
              <a:rPr lang="de-DE" dirty="0"/>
              <a:t> 8</a:t>
            </a:r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9843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gBackground">
            <a:extLst>
              <a:ext uri="{FF2B5EF4-FFF2-40B4-BE49-F238E27FC236}">
                <a16:creationId xmlns:a16="http://schemas.microsoft.com/office/drawing/2014/main" id="{DE830E21-1F9B-42D8-B3CC-99453CDDF2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"/>
          <a:stretch/>
        </p:blipFill>
        <p:spPr>
          <a:xfrm>
            <a:off x="1587" y="485"/>
            <a:ext cx="12192000" cy="6857028"/>
          </a:xfrm>
          <a:prstGeom prst="rect">
            <a:avLst/>
          </a:prstGeom>
        </p:spPr>
      </p:pic>
      <p:sp>
        <p:nvSpPr>
          <p:cNvPr id="4" name="ImgWhiteTransparent">
            <a:extLst>
              <a:ext uri="{FF2B5EF4-FFF2-40B4-BE49-F238E27FC236}">
                <a16:creationId xmlns:a16="http://schemas.microsoft.com/office/drawing/2014/main" id="{5B080316-2389-43C8-A7FA-8BE71EBA1A7B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5" name="ImgWhiteTransparentStripe">
            <a:extLst>
              <a:ext uri="{FF2B5EF4-FFF2-40B4-BE49-F238E27FC236}">
                <a16:creationId xmlns:a16="http://schemas.microsoft.com/office/drawing/2014/main" id="{0A6D976C-36F7-449E-BBA6-CFE223F4C50B}"/>
              </a:ext>
            </a:extLst>
          </p:cNvPr>
          <p:cNvSpPr/>
          <p:nvPr userDrawn="1"/>
        </p:nvSpPr>
        <p:spPr bwMode="auto">
          <a:xfrm>
            <a:off x="0" y="6480000"/>
            <a:ext cx="12192000" cy="378000"/>
          </a:xfrm>
          <a:prstGeom prst="rect">
            <a:avLst/>
          </a:prstGeom>
          <a:solidFill>
            <a:schemeClr val="bg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TxtPlaceholderCopyrightDateVersion">
            <a:extLst>
              <a:ext uri="{FF2B5EF4-FFF2-40B4-BE49-F238E27FC236}">
                <a16:creationId xmlns:a16="http://schemas.microsoft.com/office/drawing/2014/main" id="{7891B031-6EE9-48A6-A5C9-02D0547611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000" y="6480000"/>
            <a:ext cx="10872000" cy="3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177800" indent="-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635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2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549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006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© 2014. Vector Automotive Technology (Shanghai) Co., Ltd. All rights reserved. Any distribution or copying is subject to prior written approval by Vector. V1.01 | 2020-04-30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7" name="TxtPlaceholderAuthorName">
            <a:extLst>
              <a:ext uri="{FF2B5EF4-FFF2-40B4-BE49-F238E27FC236}">
                <a16:creationId xmlns:a16="http://schemas.microsoft.com/office/drawing/2014/main" id="{04926D2A-BCCF-4C9B-851E-9506324EAACD}"/>
              </a:ext>
            </a:extLst>
          </p:cNvPr>
          <p:cNvSpPr txBox="1">
            <a:spLocks/>
          </p:cNvSpPr>
          <p:nvPr userDrawn="1"/>
        </p:nvSpPr>
        <p:spPr>
          <a:xfrm>
            <a:off x="666000" y="3960000"/>
            <a:ext cx="10872000" cy="2520000"/>
          </a:xfrm>
          <a:prstGeom prst="rect">
            <a:avLst/>
          </a:prstGeom>
          <a:noFill/>
        </p:spPr>
        <p:txBody>
          <a:bodyPr wrap="square" lIns="0" tIns="0" rIns="0" bIns="0"/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defRPr sz="1800">
                <a:solidFill>
                  <a:srgbClr val="B70032"/>
                </a:solidFill>
                <a:latin typeface="+mn-lt"/>
                <a:ea typeface="+mn-ea"/>
                <a:cs typeface="+mn-cs"/>
              </a:defRPr>
            </a:lvl1pPr>
            <a:lvl2pPr marL="2667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5334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762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9906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  <a:lvl6pPr marL="14478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6pPr>
            <a:lvl7pPr marL="1905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7pPr>
            <a:lvl8pPr marL="23622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8pPr>
            <a:lvl9pPr marL="28194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Author: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Shelly Zhang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Vector China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TxtPlaceholderInformation">
            <a:hlinkClick r:id="rId3"/>
            <a:extLst>
              <a:ext uri="{FF2B5EF4-FFF2-40B4-BE49-F238E27FC236}">
                <a16:creationId xmlns:a16="http://schemas.microsoft.com/office/drawing/2014/main" id="{7A425888-5EB7-4609-B88D-566A484C7669}"/>
              </a:ext>
            </a:extLst>
          </p:cNvPr>
          <p:cNvSpPr txBox="1">
            <a:spLocks/>
          </p:cNvSpPr>
          <p:nvPr userDrawn="1"/>
        </p:nvSpPr>
        <p:spPr>
          <a:xfrm>
            <a:off x="666000" y="1260000"/>
            <a:ext cx="9360000" cy="1440000"/>
          </a:xfrm>
          <a:prstGeom prst="rect">
            <a:avLst/>
          </a:prstGeom>
          <a:noFill/>
        </p:spPr>
        <p:txBody>
          <a:bodyPr wrap="square" lIns="0" tIns="0" rIns="0" bIns="0"/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defRPr sz="1800">
                <a:solidFill>
                  <a:srgbClr val="B70032"/>
                </a:solidFill>
                <a:latin typeface="+mn-lt"/>
                <a:ea typeface="+mn-ea"/>
                <a:cs typeface="+mn-cs"/>
              </a:defRPr>
            </a:lvl1pPr>
            <a:lvl2pPr marL="2667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5334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762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9906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  <a:lvl6pPr marL="14478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6pPr>
            <a:lvl7pPr marL="1905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7pPr>
            <a:lvl8pPr marL="23622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8pPr>
            <a:lvl9pPr marL="28194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B70032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For more information about Vector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B70032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and our products please visit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B70032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B70032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www.vector.com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B70032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0" name="ImgVectorLogo">
            <a:extLst>
              <a:ext uri="{FF2B5EF4-FFF2-40B4-BE49-F238E27FC236}">
                <a16:creationId xmlns:a16="http://schemas.microsoft.com/office/drawing/2014/main" id="{CA60AECF-F87E-49F9-8366-C5ABA84D23E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308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hapter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hpGrayLine">
            <a:extLst>
              <a:ext uri="{FF2B5EF4-FFF2-40B4-BE49-F238E27FC236}">
                <a16:creationId xmlns:a16="http://schemas.microsoft.com/office/drawing/2014/main" id="{616DCA1E-5DF1-4F1A-A925-403539779E0A}"/>
              </a:ext>
            </a:extLst>
          </p:cNvPr>
          <p:cNvCxnSpPr/>
          <p:nvPr userDrawn="1"/>
        </p:nvCxnSpPr>
        <p:spPr bwMode="auto">
          <a:xfrm>
            <a:off x="5274000" y="6480000"/>
            <a:ext cx="6930000" cy="0"/>
          </a:xfrm>
          <a:prstGeom prst="line">
            <a:avLst/>
          </a:prstGeom>
          <a:noFill/>
          <a:ln w="28575" cap="flat" cmpd="sng" algn="ctr">
            <a:solidFill>
              <a:srgbClr val="565C5E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xtPlaceholderTitle">
            <a:extLst>
              <a:ext uri="{FF2B5EF4-FFF2-40B4-BE49-F238E27FC236}">
                <a16:creationId xmlns:a16="http://schemas.microsoft.com/office/drawing/2014/main" id="{86C413A9-E5F8-442C-8765-A9FB161A8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4000" y="5832000"/>
            <a:ext cx="6930000" cy="648000"/>
          </a:xfrm>
          <a:noFill/>
        </p:spPr>
        <p:txBody>
          <a:bodyPr wrap="square" lIns="144000" tIns="0" rIns="144000" bIns="0" anchor="ctr" anchorCtr="0">
            <a:normAutofit/>
          </a:bodyPr>
          <a:lstStyle>
            <a:lvl1pPr>
              <a:defRPr lang="de-DE" b="1" cap="none" dirty="0">
                <a:solidFill>
                  <a:srgbClr val="565C5E"/>
                </a:solidFill>
                <a:cs typeface="Arial" panose="020B0604020202020204" pitchFamily="34" charset="0"/>
              </a:defRPr>
            </a:lvl1pPr>
          </a:lstStyle>
          <a:p>
            <a:pPr lvl="0" fontAlgn="base">
              <a:spcAft>
                <a:spcPct val="0"/>
              </a:spcAft>
            </a:pPr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</a:p>
        </p:txBody>
      </p:sp>
      <p:sp>
        <p:nvSpPr>
          <p:cNvPr id="7" name="ImgPlaceholderImage">
            <a:extLst>
              <a:ext uri="{FF2B5EF4-FFF2-40B4-BE49-F238E27FC236}">
                <a16:creationId xmlns:a16="http://schemas.microsoft.com/office/drawing/2014/main" id="{01EA5332-B1B6-419C-812B-0E736FDFBAA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74000" y="1260000"/>
            <a:ext cx="6912000" cy="457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pic>
        <p:nvPicPr>
          <p:cNvPr id="9" name="ImgVectorLogo">
            <a:extLst>
              <a:ext uri="{FF2B5EF4-FFF2-40B4-BE49-F238E27FC236}">
                <a16:creationId xmlns:a16="http://schemas.microsoft.com/office/drawing/2014/main" id="{EA3200EB-3EED-45EF-B489-4516D30C28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  <p:sp>
        <p:nvSpPr>
          <p:cNvPr id="6" name="TxtPlaceholderContent">
            <a:extLst>
              <a:ext uri="{FF2B5EF4-FFF2-40B4-BE49-F238E27FC236}">
                <a16:creationId xmlns:a16="http://schemas.microsoft.com/office/drawing/2014/main" id="{2ED18E6B-FC77-49A5-9D91-F91286486CE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6000" y="1260000"/>
            <a:ext cx="4608000" cy="4572000"/>
          </a:xfrm>
        </p:spPr>
        <p:txBody>
          <a:bodyPr lIns="108000" tIns="108000" rIns="252000" bIns="108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  <a:p>
            <a:pPr lvl="5"/>
            <a:r>
              <a:rPr lang="en-US" dirty="0"/>
              <a:t>level 5</a:t>
            </a:r>
          </a:p>
          <a:p>
            <a:pPr lvl="6"/>
            <a:r>
              <a:rPr lang="en-US" dirty="0"/>
              <a:t>level 6</a:t>
            </a:r>
          </a:p>
          <a:p>
            <a:pPr lvl="7"/>
            <a:r>
              <a:rPr lang="en-US" dirty="0"/>
              <a:t>level 7</a:t>
            </a:r>
          </a:p>
          <a:p>
            <a:pPr lvl="8"/>
            <a:r>
              <a:rPr lang="en-US" dirty="0"/>
              <a:t>level 8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008863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gBackground">
            <a:extLst>
              <a:ext uri="{FF2B5EF4-FFF2-40B4-BE49-F238E27FC236}">
                <a16:creationId xmlns:a16="http://schemas.microsoft.com/office/drawing/2014/main" id="{CAE39CA9-E809-4350-A673-53D0D61A20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" r="19" b="4724"/>
          <a:stretch/>
        </p:blipFill>
        <p:spPr>
          <a:xfrm>
            <a:off x="600" y="0"/>
            <a:ext cx="12192000" cy="6858000"/>
          </a:xfrm>
          <a:prstGeom prst="rect">
            <a:avLst/>
          </a:prstGeom>
        </p:spPr>
      </p:pic>
      <p:sp>
        <p:nvSpPr>
          <p:cNvPr id="6" name="ImgWhiteTransparent">
            <a:extLst>
              <a:ext uri="{FF2B5EF4-FFF2-40B4-BE49-F238E27FC236}">
                <a16:creationId xmlns:a16="http://schemas.microsoft.com/office/drawing/2014/main" id="{FA9E348F-4404-41DB-8416-3CCF29CFC3A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215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  <a:p>
            <a:pPr lvl="5"/>
            <a:r>
              <a:rPr lang="en-US" dirty="0"/>
              <a:t>level 5</a:t>
            </a:r>
          </a:p>
          <a:p>
            <a:pPr lvl="6"/>
            <a:r>
              <a:rPr lang="en-US" dirty="0"/>
              <a:t>level 6</a:t>
            </a:r>
          </a:p>
          <a:p>
            <a:pPr lvl="7"/>
            <a:r>
              <a:rPr lang="en-US" dirty="0"/>
              <a:t>level 7</a:t>
            </a:r>
          </a:p>
          <a:p>
            <a:pPr lvl="8"/>
            <a:r>
              <a:rPr lang="en-US" dirty="0"/>
              <a:t>level 8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630000"/>
            <a:ext cx="8946000" cy="324000"/>
          </a:xfrm>
        </p:spPr>
        <p:txBody>
          <a:bodyPr vert="horz" wrap="none" lIns="0" tIns="0" rIns="0" bIns="0" rtlCol="0" anchor="b" anchorCtr="0">
            <a:noAutofit/>
          </a:bodyPr>
          <a:lstStyle>
            <a:lvl1pPr>
              <a:defRPr lang="de-DE" sz="2000" dirty="0">
                <a:solidFill>
                  <a:srgbClr val="B70032"/>
                </a:solidFill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800"/>
              </a:spcBef>
              <a:buClr>
                <a:srgbClr val="B70032"/>
              </a:buClr>
              <a:buSzPct val="25000"/>
              <a:buFont typeface="Arial" panose="020B0604020202020204" pitchFamily="34" charset="0"/>
            </a:pPr>
            <a:r>
              <a:rPr lang="en-US" dirty="0"/>
              <a:t>Slide Headline (20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de-DE" dirty="0"/>
          </a:p>
        </p:txBody>
      </p:sp>
      <p:pic>
        <p:nvPicPr>
          <p:cNvPr id="8" name="ImgVectorLogo">
            <a:extLst>
              <a:ext uri="{FF2B5EF4-FFF2-40B4-BE49-F238E27FC236}">
                <a16:creationId xmlns:a16="http://schemas.microsoft.com/office/drawing/2014/main" id="{F99E46FA-4CFF-4B41-BAEB-6EE9F024C2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69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xtPlaceholderSlide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72000" y="630000"/>
            <a:ext cx="8496000" cy="324000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>
              <a:defRPr lang="de-DE" sz="2000" kern="0" smtClean="0">
                <a:solidFill>
                  <a:srgbClr val="B7003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2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2pPr>
            <a:lvl3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3pPr>
            <a:lvl4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4pPr>
            <a:lvl5pPr>
              <a:defRPr lang="de-DE" sz="2300" kern="120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 noProof="0" dirty="0"/>
              <a:t>Slide Headline (20 </a:t>
            </a:r>
            <a:r>
              <a:rPr lang="en-US" noProof="0" dirty="0" err="1"/>
              <a:t>pt</a:t>
            </a:r>
            <a:r>
              <a:rPr lang="en-US" noProof="0" dirty="0"/>
              <a:t>)</a:t>
            </a:r>
          </a:p>
        </p:txBody>
      </p:sp>
      <p:sp>
        <p:nvSpPr>
          <p:cNvPr id="6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72000" y="252000"/>
            <a:ext cx="8496000" cy="2880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>
              <a:defRPr sz="1600" baseline="0">
                <a:solidFill>
                  <a:srgbClr val="B1B6BA"/>
                </a:solidFill>
              </a:defRPr>
            </a:lvl1pPr>
          </a:lstStyle>
          <a:p>
            <a:r>
              <a:rPr lang="en-US" noProof="0" dirty="0"/>
              <a:t>Chapter Headline / Presentation Title (16 </a:t>
            </a:r>
            <a:r>
              <a:rPr lang="en-US" noProof="0" dirty="0" err="1"/>
              <a:t>pt</a:t>
            </a:r>
            <a:r>
              <a:rPr lang="en-US" noProof="0" dirty="0"/>
              <a:t>, 40 % grey) </a:t>
            </a:r>
          </a:p>
        </p:txBody>
      </p:sp>
    </p:spTree>
    <p:extLst>
      <p:ext uri="{BB962C8B-B14F-4D97-AF65-F5344CB8AC3E}">
        <p14:creationId xmlns:p14="http://schemas.microsoft.com/office/powerpoint/2010/main" val="1854979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xtPlaceholderSlide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72000" y="630000"/>
            <a:ext cx="8496000" cy="324000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>
              <a:defRPr lang="de-DE" sz="2000" kern="0" smtClean="0">
                <a:solidFill>
                  <a:srgbClr val="B7003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2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2pPr>
            <a:lvl3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3pPr>
            <a:lvl4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4pPr>
            <a:lvl5pPr>
              <a:defRPr lang="de-DE" sz="2300" kern="120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 noProof="0" dirty="0"/>
              <a:t>Slide Headline (20 </a:t>
            </a:r>
            <a:r>
              <a:rPr lang="en-US" noProof="0" dirty="0" err="1"/>
              <a:t>pt</a:t>
            </a:r>
            <a:r>
              <a:rPr lang="en-US" noProof="0" dirty="0"/>
              <a:t>)</a:t>
            </a:r>
          </a:p>
        </p:txBody>
      </p:sp>
      <p:sp>
        <p:nvSpPr>
          <p:cNvPr id="6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72000" y="252000"/>
            <a:ext cx="8496000" cy="2880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>
              <a:defRPr sz="1600" baseline="0">
                <a:solidFill>
                  <a:srgbClr val="B1B6BA"/>
                </a:solidFill>
              </a:defRPr>
            </a:lvl1pPr>
          </a:lstStyle>
          <a:p>
            <a:r>
              <a:rPr lang="en-US" noProof="0" dirty="0"/>
              <a:t>Chapter Headline / Presentation Title (16 </a:t>
            </a:r>
            <a:r>
              <a:rPr lang="en-US" noProof="0" dirty="0" err="1"/>
              <a:t>pt</a:t>
            </a:r>
            <a:r>
              <a:rPr lang="en-US" noProof="0" dirty="0"/>
              <a:t>, 40 % grey) </a:t>
            </a:r>
          </a:p>
        </p:txBody>
      </p:sp>
    </p:spTree>
    <p:extLst>
      <p:ext uri="{BB962C8B-B14F-4D97-AF65-F5344CB8AC3E}">
        <p14:creationId xmlns:p14="http://schemas.microsoft.com/office/powerpoint/2010/main" val="15022010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xtPlaceholderSlide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72000" y="630000"/>
            <a:ext cx="8496000" cy="324000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>
              <a:defRPr lang="de-DE" sz="2000" kern="0" smtClean="0">
                <a:solidFill>
                  <a:srgbClr val="B7003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2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2pPr>
            <a:lvl3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3pPr>
            <a:lvl4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4pPr>
            <a:lvl5pPr>
              <a:defRPr lang="de-DE" sz="2300" kern="120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 noProof="0" dirty="0"/>
              <a:t>Slide Headline (20 </a:t>
            </a:r>
            <a:r>
              <a:rPr lang="en-US" noProof="0" dirty="0" err="1"/>
              <a:t>pt</a:t>
            </a:r>
            <a:r>
              <a:rPr lang="en-US" noProof="0" dirty="0"/>
              <a:t>)</a:t>
            </a:r>
          </a:p>
        </p:txBody>
      </p:sp>
      <p:sp>
        <p:nvSpPr>
          <p:cNvPr id="6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72000" y="252000"/>
            <a:ext cx="8496000" cy="2880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>
              <a:defRPr sz="1600" baseline="0">
                <a:solidFill>
                  <a:srgbClr val="B1B6BA"/>
                </a:solidFill>
              </a:defRPr>
            </a:lvl1pPr>
          </a:lstStyle>
          <a:p>
            <a:r>
              <a:rPr lang="en-US" noProof="0" dirty="0"/>
              <a:t>Chapter Headline / Presentation Title (16 </a:t>
            </a:r>
            <a:r>
              <a:rPr lang="en-US" noProof="0" dirty="0" err="1"/>
              <a:t>pt</a:t>
            </a:r>
            <a:r>
              <a:rPr lang="en-US" noProof="0" dirty="0"/>
              <a:t>, 40 % grey) </a:t>
            </a:r>
          </a:p>
        </p:txBody>
      </p:sp>
    </p:spTree>
    <p:extLst>
      <p:ext uri="{BB962C8B-B14F-4D97-AF65-F5344CB8AC3E}">
        <p14:creationId xmlns:p14="http://schemas.microsoft.com/office/powerpoint/2010/main" val="12908395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xtPlaceholderSlide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72000" y="630000"/>
            <a:ext cx="8496000" cy="324000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>
              <a:defRPr lang="de-DE" sz="2000" kern="0" smtClean="0">
                <a:solidFill>
                  <a:srgbClr val="B7003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2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2pPr>
            <a:lvl3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3pPr>
            <a:lvl4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4pPr>
            <a:lvl5pPr>
              <a:defRPr lang="de-DE" sz="2300" kern="120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 noProof="0" dirty="0"/>
              <a:t>Slide Headline (20 </a:t>
            </a:r>
            <a:r>
              <a:rPr lang="en-US" noProof="0" dirty="0" err="1"/>
              <a:t>pt</a:t>
            </a:r>
            <a:r>
              <a:rPr lang="en-US" noProof="0" dirty="0"/>
              <a:t>)</a:t>
            </a:r>
          </a:p>
        </p:txBody>
      </p:sp>
      <p:sp>
        <p:nvSpPr>
          <p:cNvPr id="6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72000" y="252000"/>
            <a:ext cx="8496000" cy="2880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>
              <a:defRPr sz="1600" baseline="0">
                <a:solidFill>
                  <a:srgbClr val="B1B6BA"/>
                </a:solidFill>
              </a:defRPr>
            </a:lvl1pPr>
          </a:lstStyle>
          <a:p>
            <a:r>
              <a:rPr lang="en-US" noProof="0" dirty="0"/>
              <a:t>Chapter Headline / Presentation Title (16 </a:t>
            </a:r>
            <a:r>
              <a:rPr lang="en-US" noProof="0" dirty="0" err="1"/>
              <a:t>pt</a:t>
            </a:r>
            <a:r>
              <a:rPr lang="en-US" noProof="0" dirty="0"/>
              <a:t>, 40 % grey) </a:t>
            </a:r>
          </a:p>
        </p:txBody>
      </p:sp>
    </p:spTree>
    <p:extLst>
      <p:ext uri="{BB962C8B-B14F-4D97-AF65-F5344CB8AC3E}">
        <p14:creationId xmlns:p14="http://schemas.microsoft.com/office/powerpoint/2010/main" val="30209453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xtPlaceholderSlide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72000" y="630000"/>
            <a:ext cx="8496000" cy="324000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>
              <a:defRPr lang="de-DE" sz="2000" kern="0" smtClean="0">
                <a:solidFill>
                  <a:srgbClr val="B7003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2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2pPr>
            <a:lvl3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3pPr>
            <a:lvl4pPr>
              <a:defRPr lang="de-DE" sz="2300" kern="1200" smtClean="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4pPr>
            <a:lvl5pPr>
              <a:defRPr lang="de-DE" sz="2300" kern="1200">
                <a:solidFill>
                  <a:schemeClr val="bg1"/>
                </a:solidFill>
                <a:latin typeface="Verdana" pitchFamily="34" charset="0"/>
                <a:ea typeface="+mn-ea"/>
                <a:cs typeface="+mn-cs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 noProof="0" dirty="0"/>
              <a:t>Slide Headline (20 </a:t>
            </a:r>
            <a:r>
              <a:rPr lang="en-US" noProof="0" dirty="0" err="1"/>
              <a:t>pt</a:t>
            </a:r>
            <a:r>
              <a:rPr lang="en-US" noProof="0" dirty="0"/>
              <a:t>)</a:t>
            </a:r>
          </a:p>
        </p:txBody>
      </p:sp>
      <p:sp>
        <p:nvSpPr>
          <p:cNvPr id="6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72000" y="252000"/>
            <a:ext cx="8496000" cy="2880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>
              <a:defRPr sz="1600" baseline="0">
                <a:solidFill>
                  <a:srgbClr val="B1B6BA"/>
                </a:solidFill>
              </a:defRPr>
            </a:lvl1pPr>
          </a:lstStyle>
          <a:p>
            <a:r>
              <a:rPr lang="en-US" noProof="0" dirty="0"/>
              <a:t>Chapter Headline / Presentation Title (16 </a:t>
            </a:r>
            <a:r>
              <a:rPr lang="en-US" noProof="0" dirty="0" err="1"/>
              <a:t>pt</a:t>
            </a:r>
            <a:r>
              <a:rPr lang="en-US" noProof="0" dirty="0"/>
              <a:t>, 40 % grey) </a:t>
            </a:r>
          </a:p>
        </p:txBody>
      </p:sp>
    </p:spTree>
    <p:extLst>
      <p:ext uri="{BB962C8B-B14F-4D97-AF65-F5344CB8AC3E}">
        <p14:creationId xmlns:p14="http://schemas.microsoft.com/office/powerpoint/2010/main" val="328739932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Slide Long Title and Subtitl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ConfidentialityAllSlides" hidden="1">
            <a:extLst>
              <a:ext uri="{FF2B5EF4-FFF2-40B4-BE49-F238E27FC236}">
                <a16:creationId xmlns:a16="http://schemas.microsoft.com/office/drawing/2014/main" id="{F9C56169-43D2-43B3-A5AA-B4B8CCCCE448}"/>
              </a:ext>
            </a:extLst>
          </p:cNvPr>
          <p:cNvSpPr txBox="1"/>
          <p:nvPr userDrawn="1"/>
        </p:nvSpPr>
        <p:spPr>
          <a:xfrm>
            <a:off x="4992004" y="275999"/>
            <a:ext cx="1343992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False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xtPlaceholderConfidentialityStatus" hidden="1">
            <a:extLst>
              <a:ext uri="{FF2B5EF4-FFF2-40B4-BE49-F238E27FC236}">
                <a16:creationId xmlns:a16="http://schemas.microsoft.com/office/drawing/2014/main" id="{1A550510-E92A-4A99-90CC-80D50542D7AF}"/>
              </a:ext>
            </a:extLst>
          </p:cNvPr>
          <p:cNvSpPr txBox="1"/>
          <p:nvPr userDrawn="1"/>
        </p:nvSpPr>
        <p:spPr>
          <a:xfrm>
            <a:off x="4992004" y="449246"/>
            <a:ext cx="1344000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 Internal Use Only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TxtPlaceholderDate" hidden="1">
            <a:extLst>
              <a:ext uri="{FF2B5EF4-FFF2-40B4-BE49-F238E27FC236}">
                <a16:creationId xmlns:a16="http://schemas.microsoft.com/office/drawing/2014/main" id="{5C853DDF-8BDA-4B28-A38E-6D9F3CBC93CB}"/>
              </a:ext>
            </a:extLst>
          </p:cNvPr>
          <p:cNvSpPr txBox="1"/>
          <p:nvPr userDrawn="1"/>
        </p:nvSpPr>
        <p:spPr>
          <a:xfrm>
            <a:off x="2892814" y="824619"/>
            <a:ext cx="1344000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2025-12-25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xtPlaceholderVersion" hidden="1">
            <a:extLst>
              <a:ext uri="{FF2B5EF4-FFF2-40B4-BE49-F238E27FC236}">
                <a16:creationId xmlns:a16="http://schemas.microsoft.com/office/drawing/2014/main" id="{7E896179-9173-49BD-84C0-4F31C61BDDB6}"/>
              </a:ext>
            </a:extLst>
          </p:cNvPr>
          <p:cNvSpPr txBox="1"/>
          <p:nvPr userDrawn="1"/>
        </p:nvSpPr>
        <p:spPr>
          <a:xfrm>
            <a:off x="2900622" y="648196"/>
            <a:ext cx="1340096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1.0.00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4" name="TxtPlaceholderCopyright" hidden="1">
            <a:extLst>
              <a:ext uri="{FF2B5EF4-FFF2-40B4-BE49-F238E27FC236}">
                <a16:creationId xmlns:a16="http://schemas.microsoft.com/office/drawing/2014/main" id="{3238ABF1-29A7-4D10-BEBE-C26A531AB8DD}"/>
              </a:ext>
            </a:extLst>
          </p:cNvPr>
          <p:cNvSpPr txBox="1"/>
          <p:nvPr userDrawn="1"/>
        </p:nvSpPr>
        <p:spPr>
          <a:xfrm>
            <a:off x="2900622" y="476023"/>
            <a:ext cx="1340096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2025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5" name="TxtPlaceholderCompanySlides" hidden="1">
            <a:extLst>
              <a:ext uri="{FF2B5EF4-FFF2-40B4-BE49-F238E27FC236}">
                <a16:creationId xmlns:a16="http://schemas.microsoft.com/office/drawing/2014/main" id="{5D1A9931-57FA-4665-98C4-36AC9206A6F2}"/>
              </a:ext>
            </a:extLst>
          </p:cNvPr>
          <p:cNvSpPr txBox="1"/>
          <p:nvPr userDrawn="1"/>
        </p:nvSpPr>
        <p:spPr>
          <a:xfrm>
            <a:off x="2896718" y="299599"/>
            <a:ext cx="1344000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Vector Informatik GmbH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" name="TxtPlaceholderTemplateVersion" hidden="1">
            <a:extLst>
              <a:ext uri="{FF2B5EF4-FFF2-40B4-BE49-F238E27FC236}">
                <a16:creationId xmlns:a16="http://schemas.microsoft.com/office/drawing/2014/main" id="{005C1EEA-C91E-4404-AB92-DBA0B38E375E}"/>
              </a:ext>
            </a:extLst>
          </p:cNvPr>
          <p:cNvSpPr txBox="1"/>
          <p:nvPr userDrawn="1"/>
        </p:nvSpPr>
        <p:spPr>
          <a:xfrm>
            <a:off x="2896718" y="123176"/>
            <a:ext cx="1340096" cy="149647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Template Version 4.6.105</a:t>
            </a:r>
          </a:p>
        </p:txBody>
      </p:sp>
      <p:sp>
        <p:nvSpPr>
          <p:cNvPr id="18" name="TxtPlaceholderConfidentialityLongText" hidden="1">
            <a:extLst>
              <a:ext uri="{FF2B5EF4-FFF2-40B4-BE49-F238E27FC236}">
                <a16:creationId xmlns:a16="http://schemas.microsoft.com/office/drawing/2014/main" id="{E996C57A-3919-4E4E-ACE2-1A0F82F2F1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4000" y="6480000"/>
            <a:ext cx="10848000" cy="3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8000" tIns="0" rIns="0" bIns="0" anchor="ctr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177800" indent="-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635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2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549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006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2025. Vector Informatik GmbH. All rights reserved. | For Internal Use Only. | V1.0.00 | 2025-12-25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xtPlaceholderConfidentialityText">
            <a:extLst>
              <a:ext uri="{FF2B5EF4-FFF2-40B4-BE49-F238E27FC236}">
                <a16:creationId xmlns:a16="http://schemas.microsoft.com/office/drawing/2014/main" id="{8809AAD5-02A8-42A3-B573-19AE24FA7F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4000" y="6479268"/>
            <a:ext cx="432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8000" tIns="0" rIns="0" bIns="0" anchor="b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254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508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762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900113" indent="-138113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13573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8145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2717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7289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xtPlaceholderDateVersion">
            <a:extLst>
              <a:ext uri="{FF2B5EF4-FFF2-40B4-BE49-F238E27FC236}">
                <a16:creationId xmlns:a16="http://schemas.microsoft.com/office/drawing/2014/main" id="{73A84C47-9AC1-400D-9016-3620471BF81F}"/>
              </a:ext>
            </a:extLst>
          </p:cNvPr>
          <p:cNvSpPr txBox="1"/>
          <p:nvPr userDrawn="1"/>
        </p:nvSpPr>
        <p:spPr>
          <a:xfrm>
            <a:off x="3708000" y="6480000"/>
            <a:ext cx="7992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0">
            <a:noAutofit/>
          </a:bodyPr>
          <a:lstStyle>
            <a:defPPr lvl="0">
              <a:defRPr lang="de-DE"/>
            </a:defPPr>
            <a:lvl1pPr algn="r">
              <a:spcBef>
                <a:spcPct val="20000"/>
              </a:spcBef>
              <a:defRPr sz="800">
                <a:solidFill>
                  <a:srgbClr val="565C5E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V1.0.00 | 2025-12-25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ImgPlaceholderImage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260000"/>
            <a:ext cx="12193200" cy="4662000"/>
          </a:xfrm>
        </p:spPr>
        <p:txBody>
          <a:bodyPr lIns="702000"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graphic</a:t>
            </a:r>
            <a:endParaRPr lang="de-DE" dirty="0"/>
          </a:p>
        </p:txBody>
      </p:sp>
      <p:sp>
        <p:nvSpPr>
          <p:cNvPr id="25" name="TxtPlaceholderSubtitle">
            <a:extLst>
              <a:ext uri="{FF2B5EF4-FFF2-40B4-BE49-F238E27FC236}">
                <a16:creationId xmlns:a16="http://schemas.microsoft.com/office/drawing/2014/main" id="{E04034C4-2A4D-41B9-A673-38EF1405B7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4825" y="5720400"/>
            <a:ext cx="11196000" cy="410400"/>
          </a:xfrm>
          <a:solidFill>
            <a:srgbClr val="B70032"/>
          </a:solidFill>
        </p:spPr>
        <p:txBody>
          <a:bodyPr lIns="198000" tIns="0" rIns="252000" bIns="252000"/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  <a:endParaRPr lang="de-DE" dirty="0"/>
          </a:p>
        </p:txBody>
      </p:sp>
      <p:sp>
        <p:nvSpPr>
          <p:cNvPr id="2" name="TxtPlaceholderTitle">
            <a:extLst>
              <a:ext uri="{FF2B5EF4-FFF2-40B4-BE49-F238E27FC236}">
                <a16:creationId xmlns:a16="http://schemas.microsoft.com/office/drawing/2014/main" id="{3A52968A-3B43-49E9-89EF-B5C1DEF90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5" y="5152762"/>
            <a:ext cx="11196000" cy="604800"/>
          </a:xfrm>
          <a:solidFill>
            <a:srgbClr val="B70032"/>
          </a:solidFill>
        </p:spPr>
        <p:txBody>
          <a:bodyPr vert="horz" wrap="none" lIns="198000" tIns="205200" rIns="792000" bIns="144000" rtlCol="0" anchor="b" anchorCtr="0">
            <a:noAutofit/>
          </a:bodyPr>
          <a:lstStyle>
            <a:lvl1pPr>
              <a:defRPr lang="de-DE" sz="2200" b="1" dirty="0">
                <a:solidFill>
                  <a:schemeClr val="bg1"/>
                </a:solidFill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</a:p>
        </p:txBody>
      </p:sp>
      <p:pic>
        <p:nvPicPr>
          <p:cNvPr id="5" name="vector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439200"/>
            <a:ext cx="1620000" cy="38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12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8">
          <p15:clr>
            <a:srgbClr val="B70035"/>
          </p15:clr>
        </p15:guide>
        <p15:guide id="2" orient="horz" pos="793">
          <p15:clr>
            <a:srgbClr val="B70035"/>
          </p15:clr>
        </p15:guide>
        <p15:guide id="3" pos="7362">
          <p15:clr>
            <a:srgbClr val="B70035"/>
          </p15:clr>
        </p15:guide>
        <p15:guide id="7" orient="horz" pos="3732">
          <p15:clr>
            <a:srgbClr val="B1B6BA"/>
          </p15:clr>
        </p15:guide>
        <p15:guide id="8" pos="447">
          <p15:clr>
            <a:srgbClr val="B1B6BA"/>
          </p15:clr>
        </p15:guide>
        <p15:guide id="9" orient="horz" pos="3504">
          <p15:clr>
            <a:srgbClr val="B1B6BA"/>
          </p15:clr>
        </p15:guide>
        <p15:guide id="10" orient="horz" pos="3861">
          <p15:clr>
            <a:srgbClr val="B70035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Slide w/o Subtitl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xtPlaceholderConfidentialityLongText" hidden="1">
            <a:extLst>
              <a:ext uri="{FF2B5EF4-FFF2-40B4-BE49-F238E27FC236}">
                <a16:creationId xmlns:a16="http://schemas.microsoft.com/office/drawing/2014/main" id="{E996C57A-3919-4E4E-ACE2-1A0F82F2F1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4000" y="6480000"/>
            <a:ext cx="10848000" cy="3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8000" tIns="0" rIns="0" bIns="0" anchor="ctr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177800" indent="-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635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2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549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006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2025. Vector Informatik GmbH. All rights reserved. | For Internal Use Only. | V1.0.00 | 2025-12-25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xtPlaceholderConfidentialityText">
            <a:extLst>
              <a:ext uri="{FF2B5EF4-FFF2-40B4-BE49-F238E27FC236}">
                <a16:creationId xmlns:a16="http://schemas.microsoft.com/office/drawing/2014/main" id="{8809AAD5-02A8-42A3-B573-19AE24FA7F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4000" y="6479268"/>
            <a:ext cx="432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8000" tIns="0" rIns="0" bIns="0" anchor="b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254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508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762000" indent="-2540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900113" indent="-138113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13573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8145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2717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728913" indent="-1381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xtPlaceholderDateVersion">
            <a:extLst>
              <a:ext uri="{FF2B5EF4-FFF2-40B4-BE49-F238E27FC236}">
                <a16:creationId xmlns:a16="http://schemas.microsoft.com/office/drawing/2014/main" id="{73A84C47-9AC1-400D-9016-3620471BF81F}"/>
              </a:ext>
            </a:extLst>
          </p:cNvPr>
          <p:cNvSpPr txBox="1"/>
          <p:nvPr userDrawn="1"/>
        </p:nvSpPr>
        <p:spPr>
          <a:xfrm>
            <a:off x="3708000" y="6480000"/>
            <a:ext cx="7992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0">
            <a:noAutofit/>
          </a:bodyPr>
          <a:lstStyle>
            <a:defPPr lvl="0">
              <a:defRPr lang="de-DE"/>
            </a:defPPr>
            <a:lvl1pPr algn="r">
              <a:spcBef>
                <a:spcPct val="20000"/>
              </a:spcBef>
              <a:defRPr sz="800">
                <a:solidFill>
                  <a:srgbClr val="565C5E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V1.0.00 | 2025-12-25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ImgPlaceholderImage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259999"/>
            <a:ext cx="12193200" cy="4662000"/>
          </a:xfrm>
        </p:spPr>
        <p:txBody>
          <a:bodyPr lIns="702000"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graphic</a:t>
            </a:r>
            <a:endParaRPr lang="de-DE" dirty="0"/>
          </a:p>
        </p:txBody>
      </p:sp>
      <p:sp>
        <p:nvSpPr>
          <p:cNvPr id="2" name="TxtPlaceholderTitle"/>
          <p:cNvSpPr>
            <a:spLocks noGrp="1"/>
          </p:cNvSpPr>
          <p:nvPr>
            <p:ph type="title" hasCustomPrompt="1"/>
          </p:nvPr>
        </p:nvSpPr>
        <p:spPr>
          <a:xfrm>
            <a:off x="503999" y="5504470"/>
            <a:ext cx="11183175" cy="624593"/>
          </a:xfrm>
          <a:solidFill>
            <a:srgbClr val="B70032"/>
          </a:solidFill>
        </p:spPr>
        <p:txBody>
          <a:bodyPr wrap="square" lIns="198000" tIns="158400" rIns="792000" bIns="154800" anchor="b" anchorCtr="0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de-DE" dirty="0"/>
          </a:p>
        </p:txBody>
      </p:sp>
      <p:pic>
        <p:nvPicPr>
          <p:cNvPr id="5" name="vector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439766"/>
            <a:ext cx="1620000" cy="38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52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8">
          <p15:clr>
            <a:srgbClr val="B70035"/>
          </p15:clr>
        </p15:guide>
        <p15:guide id="2" orient="horz" pos="793">
          <p15:clr>
            <a:srgbClr val="B70035"/>
          </p15:clr>
        </p15:guide>
        <p15:guide id="3" pos="7362">
          <p15:clr>
            <a:srgbClr val="B70035"/>
          </p15:clr>
        </p15:guide>
        <p15:guide id="7" orient="horz" pos="3731">
          <p15:clr>
            <a:srgbClr val="B1B6BA"/>
          </p15:clr>
        </p15:guide>
        <p15:guide id="8" pos="446">
          <p15:clr>
            <a:srgbClr val="B1B6BA"/>
          </p15:clr>
        </p15:guide>
        <p15:guide id="9" orient="horz" pos="3861">
          <p15:clr>
            <a:srgbClr val="B70035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2425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Vector Grid 10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6861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pos="1063">
          <p15:clr>
            <a:srgbClr val="92C255"/>
          </p15:clr>
        </p15:guide>
        <p15:guide id="8" pos="1109">
          <p15:clr>
            <a:srgbClr val="92C255"/>
          </p15:clr>
        </p15:guide>
        <p15:guide id="9" pos="1753">
          <p15:clr>
            <a:srgbClr val="92C255"/>
          </p15:clr>
        </p15:guide>
        <p15:guide id="10" pos="1797">
          <p15:clr>
            <a:srgbClr val="92C255"/>
          </p15:clr>
        </p15:guide>
        <p15:guide id="11" pos="2441">
          <p15:clr>
            <a:srgbClr val="92C255"/>
          </p15:clr>
        </p15:guide>
        <p15:guide id="12" pos="2485">
          <p15:clr>
            <a:srgbClr val="92C255"/>
          </p15:clr>
        </p15:guide>
        <p15:guide id="13" pos="3129">
          <p15:clr>
            <a:srgbClr val="92C255"/>
          </p15:clr>
        </p15:guide>
        <p15:guide id="14" pos="3173">
          <p15:clr>
            <a:srgbClr val="92C255"/>
          </p15:clr>
        </p15:guide>
        <p15:guide id="15" pos="3817">
          <p15:clr>
            <a:srgbClr val="92C255"/>
          </p15:clr>
        </p15:guide>
        <p15:guide id="16" pos="3861">
          <p15:clr>
            <a:srgbClr val="92C255"/>
          </p15:clr>
        </p15:guide>
        <p15:guide id="17" pos="4505">
          <p15:clr>
            <a:srgbClr val="92C255"/>
          </p15:clr>
        </p15:guide>
        <p15:guide id="18" pos="4549">
          <p15:clr>
            <a:srgbClr val="92C255"/>
          </p15:clr>
        </p15:guide>
        <p15:guide id="19" pos="5193">
          <p15:clr>
            <a:srgbClr val="92C255"/>
          </p15:clr>
        </p15:guide>
        <p15:guide id="20" pos="5237">
          <p15:clr>
            <a:srgbClr val="92C255"/>
          </p15:clr>
        </p15:guide>
        <p15:guide id="21" pos="5881">
          <p15:clr>
            <a:srgbClr val="92C255"/>
          </p15:clr>
        </p15:guide>
        <p15:guide id="22" pos="5925">
          <p15:clr>
            <a:srgbClr val="92C255"/>
          </p15:clr>
        </p15:guide>
        <p15:guide id="23" pos="6569">
          <p15:clr>
            <a:srgbClr val="92C255"/>
          </p15:clr>
        </p15:guide>
        <p15:guide id="24" pos="6613">
          <p15:clr>
            <a:srgbClr val="92C255"/>
          </p15:clr>
        </p15:guide>
        <p15:guide id="25" orient="horz" pos="1415">
          <p15:clr>
            <a:srgbClr val="92C255"/>
          </p15:clr>
        </p15:guide>
        <p15:guide id="26" orient="horz" pos="1461">
          <p15:clr>
            <a:srgbClr val="92C255"/>
          </p15:clr>
        </p15:guide>
        <p15:guide id="27" orient="horz" pos="2082">
          <p15:clr>
            <a:srgbClr val="92C255"/>
          </p15:clr>
        </p15:guide>
        <p15:guide id="28" orient="horz" pos="2125">
          <p15:clr>
            <a:srgbClr val="92C255"/>
          </p15:clr>
        </p15:guide>
        <p15:guide id="29" orient="horz" pos="2746">
          <p15:clr>
            <a:srgbClr val="92C255"/>
          </p15:clr>
        </p15:guide>
        <p15:guide id="30" orient="horz" pos="2789">
          <p15:clr>
            <a:srgbClr val="92C255"/>
          </p15:clr>
        </p15:guide>
        <p15:guide id="31" orient="horz" pos="3410">
          <p15:clr>
            <a:srgbClr val="92C255"/>
          </p15:clr>
        </p15:guide>
        <p15:guide id="32" orient="horz" pos="3453">
          <p15:clr>
            <a:srgbClr val="92C255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Background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gBackground">
            <a:extLst>
              <a:ext uri="{FF2B5EF4-FFF2-40B4-BE49-F238E27FC236}">
                <a16:creationId xmlns:a16="http://schemas.microsoft.com/office/drawing/2014/main" id="{B1894F6C-130C-41E3-847B-EF27B92CB6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" y="1"/>
            <a:ext cx="12192000" cy="6858000"/>
          </a:xfrm>
          <a:prstGeom prst="rect">
            <a:avLst/>
          </a:prstGeom>
        </p:spPr>
      </p:pic>
      <p:sp>
        <p:nvSpPr>
          <p:cNvPr id="6" name="ImgWhiteTransparent">
            <a:extLst>
              <a:ext uri="{FF2B5EF4-FFF2-40B4-BE49-F238E27FC236}">
                <a16:creationId xmlns:a16="http://schemas.microsoft.com/office/drawing/2014/main" id="{FA9E348F-4404-41DB-8416-3CCF29CFC3A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215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pic>
        <p:nvPicPr>
          <p:cNvPr id="8" name="ImgVectorLogo">
            <a:extLst>
              <a:ext uri="{FF2B5EF4-FFF2-40B4-BE49-F238E27FC236}">
                <a16:creationId xmlns:a16="http://schemas.microsoft.com/office/drawing/2014/main" id="{007CB8FE-DEB6-4E0F-A9EA-D7C4E1700D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580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PlaceholderImage">
            <a:extLst>
              <a:ext uri="{FF2B5EF4-FFF2-40B4-BE49-F238E27FC236}">
                <a16:creationId xmlns:a16="http://schemas.microsoft.com/office/drawing/2014/main" id="{B86D8BDC-D3ED-4960-9DC0-BC73A8E8D1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2613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8209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Left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8091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xtPlaceholderTextRight">
            <a:extLst>
              <a:ext uri="{FF2B5EF4-FFF2-40B4-BE49-F238E27FC236}">
                <a16:creationId xmlns:a16="http://schemas.microsoft.com/office/drawing/2014/main" id="{AB459849-D8B7-4780-809C-95EE9FC9A3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4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2451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2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Left, Image Right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PlaceholderImageRight">
            <a:extLst>
              <a:ext uri="{FF2B5EF4-FFF2-40B4-BE49-F238E27FC236}">
                <a16:creationId xmlns:a16="http://schemas.microsoft.com/office/drawing/2014/main" id="{92530041-51B2-466C-8FD8-9EAC951B8F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11" name="TxtPlaceholderTextLef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5292000" cy="52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5187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, Description Bottom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xtPlaceholderContentBottom">
            <a:extLst>
              <a:ext uri="{FF2B5EF4-FFF2-40B4-BE49-F238E27FC236}">
                <a16:creationId xmlns:a16="http://schemas.microsoft.com/office/drawing/2014/main" id="{A0D7E426-1E31-4305-9516-449B3130B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000" y="5148000"/>
            <a:ext cx="10872000" cy="13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level</a:t>
            </a:r>
            <a:r>
              <a:rPr lang="de-DE" dirty="0"/>
              <a:t> 1</a:t>
            </a:r>
          </a:p>
          <a:p>
            <a:pPr lvl="2"/>
            <a:r>
              <a:rPr lang="de-DE" dirty="0" err="1"/>
              <a:t>level</a:t>
            </a:r>
            <a:r>
              <a:rPr lang="de-DE" dirty="0"/>
              <a:t> 2</a:t>
            </a:r>
          </a:p>
          <a:p>
            <a:pPr lvl="3"/>
            <a:r>
              <a:rPr lang="de-DE" dirty="0" err="1"/>
              <a:t>level</a:t>
            </a:r>
            <a:r>
              <a:rPr lang="de-DE" dirty="0"/>
              <a:t> 3</a:t>
            </a:r>
          </a:p>
        </p:txBody>
      </p:sp>
      <p:sp>
        <p:nvSpPr>
          <p:cNvPr id="4" name="ImgPlaceholderImageRight">
            <a:extLst>
              <a:ext uri="{FF2B5EF4-FFF2-40B4-BE49-F238E27FC236}">
                <a16:creationId xmlns:a16="http://schemas.microsoft.com/office/drawing/2014/main" id="{92530041-51B2-466C-8FD8-9EAC951B8F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6000" y="1260000"/>
            <a:ext cx="5292000" cy="367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6" name="ImgPlaceholderImageLeft">
            <a:extLst>
              <a:ext uri="{FF2B5EF4-FFF2-40B4-BE49-F238E27FC236}">
                <a16:creationId xmlns:a16="http://schemas.microsoft.com/office/drawing/2014/main" id="{4EA530D3-64EC-4646-8A40-D2907A3B1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000" y="1260000"/>
            <a:ext cx="5292000" cy="367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8725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Top, Description Bottom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xtPlaceholderContentBottom">
            <a:extLst>
              <a:ext uri="{FF2B5EF4-FFF2-40B4-BE49-F238E27FC236}">
                <a16:creationId xmlns:a16="http://schemas.microsoft.com/office/drawing/2014/main" id="{A0D7E426-1E31-4305-9516-449B3130B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000" y="5148000"/>
            <a:ext cx="10872000" cy="13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level</a:t>
            </a:r>
            <a:r>
              <a:rPr lang="de-DE" dirty="0"/>
              <a:t> 1</a:t>
            </a:r>
          </a:p>
          <a:p>
            <a:pPr lvl="2"/>
            <a:r>
              <a:rPr lang="de-DE" dirty="0" err="1"/>
              <a:t>level</a:t>
            </a:r>
            <a:r>
              <a:rPr lang="de-DE" dirty="0"/>
              <a:t> 2</a:t>
            </a:r>
          </a:p>
          <a:p>
            <a:pPr lvl="3"/>
            <a:r>
              <a:rPr lang="de-DE" dirty="0" err="1"/>
              <a:t>level</a:t>
            </a:r>
            <a:r>
              <a:rPr lang="de-DE" dirty="0"/>
              <a:t> 3</a:t>
            </a:r>
          </a:p>
        </p:txBody>
      </p:sp>
      <p:sp>
        <p:nvSpPr>
          <p:cNvPr id="6" name="ImgPlaceholderImage">
            <a:extLst>
              <a:ext uri="{FF2B5EF4-FFF2-40B4-BE49-F238E27FC236}">
                <a16:creationId xmlns:a16="http://schemas.microsoft.com/office/drawing/2014/main" id="{4EA530D3-64EC-4646-8A40-D2907A3B1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000" y="1260000"/>
            <a:ext cx="10872000" cy="367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067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13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orient="horz" pos="791">
          <p15:clr>
            <a:srgbClr val="B70035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Top, Large Image Bottom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gPlaceholderImage">
            <a:extLst>
              <a:ext uri="{FF2B5EF4-FFF2-40B4-BE49-F238E27FC236}">
                <a16:creationId xmlns:a16="http://schemas.microsoft.com/office/drawing/2014/main" id="{4EA530D3-64EC-4646-8A40-D2907A3B17D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000" y="2844000"/>
            <a:ext cx="10872000" cy="3636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8" name="TxtPlaceholderContentBottom">
            <a:extLst>
              <a:ext uri="{FF2B5EF4-FFF2-40B4-BE49-F238E27FC236}">
                <a16:creationId xmlns:a16="http://schemas.microsoft.com/office/drawing/2014/main" id="{A0D7E426-1E31-4305-9516-449B3130B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000" y="1260000"/>
            <a:ext cx="10872000" cy="13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 err="1"/>
              <a:t>level</a:t>
            </a:r>
            <a:r>
              <a:rPr lang="de-DE" dirty="0"/>
              <a:t> 1</a:t>
            </a:r>
          </a:p>
          <a:p>
            <a:pPr lvl="2"/>
            <a:r>
              <a:rPr lang="de-DE" dirty="0" err="1"/>
              <a:t>level</a:t>
            </a:r>
            <a:r>
              <a:rPr lang="de-DE" dirty="0"/>
              <a:t> 2</a:t>
            </a:r>
          </a:p>
          <a:p>
            <a:pPr lvl="3"/>
            <a:r>
              <a:rPr lang="de-DE" dirty="0" err="1"/>
              <a:t>level</a:t>
            </a:r>
            <a:r>
              <a:rPr lang="de-DE" dirty="0"/>
              <a:t> 3</a:t>
            </a:r>
          </a:p>
          <a:p>
            <a:pPr lvl="4"/>
            <a:r>
              <a:rPr lang="de-DE" dirty="0" err="1"/>
              <a:t>level</a:t>
            </a:r>
            <a:r>
              <a:rPr lang="de-DE" dirty="0"/>
              <a:t> 4</a:t>
            </a:r>
          </a:p>
          <a:p>
            <a:pPr lvl="5"/>
            <a:r>
              <a:rPr lang="de-DE" dirty="0" err="1"/>
              <a:t>level</a:t>
            </a:r>
            <a:r>
              <a:rPr lang="de-DE" dirty="0"/>
              <a:t> 5</a:t>
            </a:r>
          </a:p>
          <a:p>
            <a:pPr lvl="6"/>
            <a:r>
              <a:rPr lang="de-DE" dirty="0" err="1"/>
              <a:t>level</a:t>
            </a:r>
            <a:r>
              <a:rPr lang="de-DE" dirty="0"/>
              <a:t> 6</a:t>
            </a:r>
          </a:p>
          <a:p>
            <a:pPr lvl="7"/>
            <a:r>
              <a:rPr lang="de-DE" dirty="0" err="1"/>
              <a:t>level</a:t>
            </a:r>
            <a:r>
              <a:rPr lang="de-DE" dirty="0"/>
              <a:t> 7</a:t>
            </a:r>
          </a:p>
          <a:p>
            <a:pPr lvl="8"/>
            <a:r>
              <a:rPr lang="de-DE" dirty="0" err="1"/>
              <a:t>level</a:t>
            </a:r>
            <a:r>
              <a:rPr lang="de-DE" dirty="0"/>
              <a:t> 8</a:t>
            </a:r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B70032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6277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gBackground">
            <a:extLst>
              <a:ext uri="{FF2B5EF4-FFF2-40B4-BE49-F238E27FC236}">
                <a16:creationId xmlns:a16="http://schemas.microsoft.com/office/drawing/2014/main" id="{DE830E21-1F9B-42D8-B3CC-99453CDDF2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"/>
          <a:stretch/>
        </p:blipFill>
        <p:spPr>
          <a:xfrm>
            <a:off x="1587" y="485"/>
            <a:ext cx="12192000" cy="6857028"/>
          </a:xfrm>
          <a:prstGeom prst="rect">
            <a:avLst/>
          </a:prstGeom>
        </p:spPr>
      </p:pic>
      <p:sp>
        <p:nvSpPr>
          <p:cNvPr id="4" name="ImgWhiteTransparent">
            <a:extLst>
              <a:ext uri="{FF2B5EF4-FFF2-40B4-BE49-F238E27FC236}">
                <a16:creationId xmlns:a16="http://schemas.microsoft.com/office/drawing/2014/main" id="{5B080316-2389-43C8-A7FA-8BE71EBA1A7B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ImgWhiteTransparentStripe">
            <a:extLst>
              <a:ext uri="{FF2B5EF4-FFF2-40B4-BE49-F238E27FC236}">
                <a16:creationId xmlns:a16="http://schemas.microsoft.com/office/drawing/2014/main" id="{0A6D976C-36F7-449E-BBA6-CFE223F4C50B}"/>
              </a:ext>
            </a:extLst>
          </p:cNvPr>
          <p:cNvSpPr/>
          <p:nvPr userDrawn="1"/>
        </p:nvSpPr>
        <p:spPr bwMode="auto">
          <a:xfrm>
            <a:off x="0" y="6480000"/>
            <a:ext cx="12192000" cy="378000"/>
          </a:xfrm>
          <a:prstGeom prst="rect">
            <a:avLst/>
          </a:prstGeom>
          <a:solidFill>
            <a:schemeClr val="bg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TxtPlaceholderCopyrightDateVersion">
            <a:extLst>
              <a:ext uri="{FF2B5EF4-FFF2-40B4-BE49-F238E27FC236}">
                <a16:creationId xmlns:a16="http://schemas.microsoft.com/office/drawing/2014/main" id="{7891B031-6EE9-48A6-A5C9-02D0547611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6000" y="6480000"/>
            <a:ext cx="10872000" cy="3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0">
            <a:no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177800" indent="-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 marL="1778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635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2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549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006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2025. Vector Informatik GmbH. All rights reserved. Any distribution or copying is subject to prior written approval by Vector. V1.0.00 | 2025-12-25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xtPlaceholderAuthorName">
            <a:extLst>
              <a:ext uri="{FF2B5EF4-FFF2-40B4-BE49-F238E27FC236}">
                <a16:creationId xmlns:a16="http://schemas.microsoft.com/office/drawing/2014/main" id="{04926D2A-BCCF-4C9B-851E-9506324EAACD}"/>
              </a:ext>
            </a:extLst>
          </p:cNvPr>
          <p:cNvSpPr txBox="1">
            <a:spLocks/>
          </p:cNvSpPr>
          <p:nvPr userDrawn="1"/>
        </p:nvSpPr>
        <p:spPr>
          <a:xfrm>
            <a:off x="666000" y="3960000"/>
            <a:ext cx="10872000" cy="2520000"/>
          </a:xfrm>
          <a:prstGeom prst="rect">
            <a:avLst/>
          </a:prstGeom>
          <a:noFill/>
        </p:spPr>
        <p:txBody>
          <a:bodyPr wrap="square" lIns="0" tIns="0" rIns="0" bIns="0"/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defRPr sz="1800">
                <a:solidFill>
                  <a:srgbClr val="B70032"/>
                </a:solidFill>
                <a:latin typeface="+mn-lt"/>
                <a:ea typeface="+mn-ea"/>
                <a:cs typeface="+mn-cs"/>
              </a:defRPr>
            </a:lvl1pPr>
            <a:lvl2pPr marL="2667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5334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762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9906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  <a:lvl6pPr marL="14478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6pPr>
            <a:lvl7pPr marL="1905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7pPr>
            <a:lvl8pPr marL="23622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8pPr>
            <a:lvl9pPr marL="28194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Author: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Wang, Lun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Vector China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TxtPlaceholderInformation">
            <a:hlinkClick r:id="rId3"/>
            <a:extLst>
              <a:ext uri="{FF2B5EF4-FFF2-40B4-BE49-F238E27FC236}">
                <a16:creationId xmlns:a16="http://schemas.microsoft.com/office/drawing/2014/main" id="{7A425888-5EB7-4609-B88D-566A484C7669}"/>
              </a:ext>
            </a:extLst>
          </p:cNvPr>
          <p:cNvSpPr txBox="1">
            <a:spLocks/>
          </p:cNvSpPr>
          <p:nvPr userDrawn="1"/>
        </p:nvSpPr>
        <p:spPr>
          <a:xfrm>
            <a:off x="666000" y="1260000"/>
            <a:ext cx="9360000" cy="1440000"/>
          </a:xfrm>
          <a:prstGeom prst="rect">
            <a:avLst/>
          </a:prstGeom>
          <a:noFill/>
        </p:spPr>
        <p:txBody>
          <a:bodyPr wrap="square" lIns="0" tIns="0" rIns="0" bIns="0"/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defRPr sz="1800">
                <a:solidFill>
                  <a:srgbClr val="B70032"/>
                </a:solidFill>
                <a:latin typeface="+mn-lt"/>
                <a:ea typeface="+mn-ea"/>
                <a:cs typeface="+mn-cs"/>
              </a:defRPr>
            </a:lvl1pPr>
            <a:lvl2pPr marL="2667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533400" indent="-2667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Wingdings 3" pitchFamily="18" charset="2"/>
              <a:buChar char="u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762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9906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  <a:lvl6pPr marL="14478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6pPr>
            <a:lvl7pPr marL="19050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7pPr>
            <a:lvl8pPr marL="23622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8pPr>
            <a:lvl9pPr marL="2819400" indent="-22860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B70032"/>
              </a:buClr>
              <a:buSzPct val="75000"/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B7003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more information about Vector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B7003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our products please visit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B7003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B7003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www.vector.com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B7003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ImgVectorLogo">
            <a:extLst>
              <a:ext uri="{FF2B5EF4-FFF2-40B4-BE49-F238E27FC236}">
                <a16:creationId xmlns:a16="http://schemas.microsoft.com/office/drawing/2014/main" id="{CA60AECF-F87E-49F9-8366-C5ABA84D23E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00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hapter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hpGrayLine">
            <a:extLst>
              <a:ext uri="{FF2B5EF4-FFF2-40B4-BE49-F238E27FC236}">
                <a16:creationId xmlns:a16="http://schemas.microsoft.com/office/drawing/2014/main" id="{616DCA1E-5DF1-4F1A-A925-403539779E0A}"/>
              </a:ext>
            </a:extLst>
          </p:cNvPr>
          <p:cNvCxnSpPr/>
          <p:nvPr userDrawn="1"/>
        </p:nvCxnSpPr>
        <p:spPr bwMode="auto">
          <a:xfrm>
            <a:off x="5274000" y="6480000"/>
            <a:ext cx="6930000" cy="0"/>
          </a:xfrm>
          <a:prstGeom prst="line">
            <a:avLst/>
          </a:prstGeom>
          <a:noFill/>
          <a:ln w="28575" cap="flat" cmpd="sng" algn="ctr">
            <a:solidFill>
              <a:srgbClr val="565C5E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xtPlaceholderTitle">
            <a:extLst>
              <a:ext uri="{FF2B5EF4-FFF2-40B4-BE49-F238E27FC236}">
                <a16:creationId xmlns:a16="http://schemas.microsoft.com/office/drawing/2014/main" id="{86C413A9-E5F8-442C-8765-A9FB161A8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4000" y="5832000"/>
            <a:ext cx="6930000" cy="648000"/>
          </a:xfrm>
          <a:noFill/>
        </p:spPr>
        <p:txBody>
          <a:bodyPr wrap="square" lIns="0" tIns="0" rIns="0" bIns="0" anchor="ctr" anchorCtr="0">
            <a:normAutofit/>
          </a:bodyPr>
          <a:lstStyle>
            <a:lvl1pPr>
              <a:defRPr lang="de-DE" b="1" cap="none" dirty="0">
                <a:solidFill>
                  <a:srgbClr val="565C5E"/>
                </a:solidFill>
                <a:cs typeface="Arial" panose="020B0604020202020204" pitchFamily="34" charset="0"/>
              </a:defRPr>
            </a:lvl1pPr>
          </a:lstStyle>
          <a:p>
            <a:pPr lvl="0" fontAlgn="base">
              <a:spcAft>
                <a:spcPct val="0"/>
              </a:spcAft>
            </a:pPr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</a:p>
        </p:txBody>
      </p:sp>
      <p:sp>
        <p:nvSpPr>
          <p:cNvPr id="7" name="ImgPlaceholderImage">
            <a:extLst>
              <a:ext uri="{FF2B5EF4-FFF2-40B4-BE49-F238E27FC236}">
                <a16:creationId xmlns:a16="http://schemas.microsoft.com/office/drawing/2014/main" id="{01EA5332-B1B6-419C-812B-0E736FDFBAA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74000" y="1260000"/>
            <a:ext cx="6912000" cy="457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pic>
        <p:nvPicPr>
          <p:cNvPr id="9" name="ImgVectorLogo">
            <a:extLst>
              <a:ext uri="{FF2B5EF4-FFF2-40B4-BE49-F238E27FC236}">
                <a16:creationId xmlns:a16="http://schemas.microsoft.com/office/drawing/2014/main" id="{EA3200EB-3EED-45EF-B489-4516D30C28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  <p:sp>
        <p:nvSpPr>
          <p:cNvPr id="6" name="TxtPlaceholderContent">
            <a:extLst>
              <a:ext uri="{FF2B5EF4-FFF2-40B4-BE49-F238E27FC236}">
                <a16:creationId xmlns:a16="http://schemas.microsoft.com/office/drawing/2014/main" id="{2ED18E6B-FC77-49A5-9D91-F91286486CE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6000" y="1260000"/>
            <a:ext cx="4608000" cy="4572000"/>
          </a:xfrm>
        </p:spPr>
        <p:txBody>
          <a:bodyPr lIns="0" tIns="0" rIns="18000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  <a:p>
            <a:pPr lvl="5"/>
            <a:r>
              <a:rPr lang="en-US" dirty="0"/>
              <a:t>level 5</a:t>
            </a:r>
          </a:p>
          <a:p>
            <a:pPr lvl="6"/>
            <a:r>
              <a:rPr lang="en-US" dirty="0"/>
              <a:t>level 6</a:t>
            </a:r>
          </a:p>
          <a:p>
            <a:pPr lvl="7"/>
            <a:r>
              <a:rPr lang="en-US" dirty="0"/>
              <a:t>level 7</a:t>
            </a:r>
          </a:p>
          <a:p>
            <a:pPr lvl="8"/>
            <a:r>
              <a:rPr lang="en-US" dirty="0"/>
              <a:t>level 8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9302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">
          <p15:clr>
            <a:srgbClr val="B70032"/>
          </p15:clr>
        </p15:guide>
        <p15:guide id="2" orient="horz" pos="792">
          <p15:clr>
            <a:srgbClr val="B70032"/>
          </p15:clr>
        </p15:guide>
        <p15:guide id="3" orient="horz" pos="3680">
          <p15:clr>
            <a:srgbClr val="B70032"/>
          </p15:clr>
        </p15:guide>
        <p15:guide id="4" orient="horz" pos="4088">
          <p15:clr>
            <a:srgbClr val="B70032"/>
          </p15:clr>
        </p15:guide>
        <p15:guide id="5" pos="7277">
          <p15:clr>
            <a:srgbClr val="B7003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V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gBackground">
            <a:extLst>
              <a:ext uri="{FF2B5EF4-FFF2-40B4-BE49-F238E27FC236}">
                <a16:creationId xmlns:a16="http://schemas.microsoft.com/office/drawing/2014/main" id="{EBA3B884-220A-4049-89F9-55FDA6C791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" y="0"/>
            <a:ext cx="12192000" cy="6858000"/>
          </a:xfrm>
          <a:prstGeom prst="rect">
            <a:avLst/>
          </a:prstGeom>
        </p:spPr>
      </p:pic>
      <p:sp>
        <p:nvSpPr>
          <p:cNvPr id="6" name="ImgWhiteTransparent">
            <a:extLst>
              <a:ext uri="{FF2B5EF4-FFF2-40B4-BE49-F238E27FC236}">
                <a16:creationId xmlns:a16="http://schemas.microsoft.com/office/drawing/2014/main" id="{FA9E348F-4404-41DB-8416-3CCF29CFC3A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215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  <a:p>
            <a:pPr lvl="5"/>
            <a:r>
              <a:rPr lang="en-US" dirty="0"/>
              <a:t>level 5</a:t>
            </a:r>
          </a:p>
          <a:p>
            <a:pPr lvl="6"/>
            <a:r>
              <a:rPr lang="en-US" dirty="0"/>
              <a:t>level 6</a:t>
            </a:r>
          </a:p>
          <a:p>
            <a:pPr lvl="7"/>
            <a:r>
              <a:rPr lang="en-US" dirty="0"/>
              <a:t>level 7</a:t>
            </a:r>
          </a:p>
          <a:p>
            <a:pPr lvl="8"/>
            <a:r>
              <a:rPr lang="en-US" dirty="0"/>
              <a:t>level 8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630000"/>
            <a:ext cx="8946000" cy="324000"/>
          </a:xfrm>
        </p:spPr>
        <p:txBody>
          <a:bodyPr vert="horz" wrap="none" lIns="0" tIns="0" rIns="0" bIns="0" rtlCol="0" anchor="b" anchorCtr="0">
            <a:noAutofit/>
          </a:bodyPr>
          <a:lstStyle>
            <a:lvl1pPr>
              <a:defRPr lang="de-DE" sz="2000" dirty="0">
                <a:solidFill>
                  <a:srgbClr val="B70032"/>
                </a:solidFill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800"/>
              </a:spcBef>
              <a:buClr>
                <a:srgbClr val="B70032"/>
              </a:buClr>
              <a:buSzPct val="25000"/>
              <a:buFont typeface="Arial" panose="020B0604020202020204" pitchFamily="34" charset="0"/>
            </a:pPr>
            <a:r>
              <a:rPr lang="en-US" dirty="0"/>
              <a:t>Slide Headline (20pt)</a:t>
            </a:r>
            <a:endParaRPr lang="de-DE" dirty="0"/>
          </a:p>
        </p:txBody>
      </p:sp>
      <p:pic>
        <p:nvPicPr>
          <p:cNvPr id="8" name="ImgVectorLogo">
            <a:extLst>
              <a:ext uri="{FF2B5EF4-FFF2-40B4-BE49-F238E27FC236}">
                <a16:creationId xmlns:a16="http://schemas.microsoft.com/office/drawing/2014/main" id="{F99E46FA-4CFF-4B41-BAEB-6EE9F024C2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4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">
          <p15:clr>
            <a:srgbClr val="B70032"/>
          </p15:clr>
        </p15:guide>
        <p15:guide id="2" orient="horz" pos="792">
          <p15:clr>
            <a:srgbClr val="B70032"/>
          </p15:clr>
        </p15:guide>
        <p15:guide id="3" orient="horz" pos="4090">
          <p15:clr>
            <a:srgbClr val="B70032"/>
          </p15:clr>
        </p15:guide>
        <p15:guide id="4" pos="7277">
          <p15:clr>
            <a:srgbClr val="B70032"/>
          </p15:clr>
        </p15:guide>
        <p15:guide id="5" orient="horz" pos="571">
          <p15:clr>
            <a:srgbClr val="B1B6BA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Dark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sp>
        <p:nvSpPr>
          <p:cNvPr id="13" name="TxtPageNumber">
            <a:extLst>
              <a:ext uri="{FF2B5EF4-FFF2-40B4-BE49-F238E27FC236}">
                <a16:creationId xmlns:a16="http://schemas.microsoft.com/office/drawing/2014/main" id="{CB923C98-0F15-57D8-C6F5-8E39DA79699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4" name="TxtPlaceholderContent">
            <a:extLst>
              <a:ext uri="{FF2B5EF4-FFF2-40B4-BE49-F238E27FC236}">
                <a16:creationId xmlns:a16="http://schemas.microsoft.com/office/drawing/2014/main" id="{69E18B5A-D2F9-9C11-6E53-8FE11D5AE56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pic>
        <p:nvPicPr>
          <p:cNvPr id="4" name="ImgVectorLogo">
            <a:extLst>
              <a:ext uri="{FF2B5EF4-FFF2-40B4-BE49-F238E27FC236}">
                <a16:creationId xmlns:a16="http://schemas.microsoft.com/office/drawing/2014/main" id="{5F58B760-2F31-4468-E4BA-E8347C5BFF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31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Grid 10x5 Dark Gray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sp>
        <p:nvSpPr>
          <p:cNvPr id="15" name="TxtPageNumber">
            <a:extLst>
              <a:ext uri="{FF2B5EF4-FFF2-40B4-BE49-F238E27FC236}">
                <a16:creationId xmlns:a16="http://schemas.microsoft.com/office/drawing/2014/main" id="{C289768C-E98D-32AA-D23D-FCE2C21422D1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6" name="ImgVectorLogo">
            <a:extLst>
              <a:ext uri="{FF2B5EF4-FFF2-40B4-BE49-F238E27FC236}">
                <a16:creationId xmlns:a16="http://schemas.microsoft.com/office/drawing/2014/main" id="{61EE91A8-2107-EB42-6787-78FD5B1B32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88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pos="1063">
          <p15:clr>
            <a:srgbClr val="92C255"/>
          </p15:clr>
        </p15:guide>
        <p15:guide id="8" pos="1109">
          <p15:clr>
            <a:srgbClr val="92C255"/>
          </p15:clr>
        </p15:guide>
        <p15:guide id="9" pos="1753">
          <p15:clr>
            <a:srgbClr val="92C255"/>
          </p15:clr>
        </p15:guide>
        <p15:guide id="10" pos="1797">
          <p15:clr>
            <a:srgbClr val="92C255"/>
          </p15:clr>
        </p15:guide>
        <p15:guide id="11" pos="2441">
          <p15:clr>
            <a:srgbClr val="92C255"/>
          </p15:clr>
        </p15:guide>
        <p15:guide id="12" pos="2485">
          <p15:clr>
            <a:srgbClr val="92C255"/>
          </p15:clr>
        </p15:guide>
        <p15:guide id="13" pos="3129">
          <p15:clr>
            <a:srgbClr val="92C255"/>
          </p15:clr>
        </p15:guide>
        <p15:guide id="14" pos="3173">
          <p15:clr>
            <a:srgbClr val="92C255"/>
          </p15:clr>
        </p15:guide>
        <p15:guide id="15" pos="3817">
          <p15:clr>
            <a:srgbClr val="92C255"/>
          </p15:clr>
        </p15:guide>
        <p15:guide id="16" pos="3861">
          <p15:clr>
            <a:srgbClr val="92C255"/>
          </p15:clr>
        </p15:guide>
        <p15:guide id="17" pos="4505">
          <p15:clr>
            <a:srgbClr val="92C255"/>
          </p15:clr>
        </p15:guide>
        <p15:guide id="18" pos="4549">
          <p15:clr>
            <a:srgbClr val="92C255"/>
          </p15:clr>
        </p15:guide>
        <p15:guide id="19" pos="5193">
          <p15:clr>
            <a:srgbClr val="92C255"/>
          </p15:clr>
        </p15:guide>
        <p15:guide id="20" pos="5237">
          <p15:clr>
            <a:srgbClr val="92C255"/>
          </p15:clr>
        </p15:guide>
        <p15:guide id="21" pos="5881">
          <p15:clr>
            <a:srgbClr val="92C255"/>
          </p15:clr>
        </p15:guide>
        <p15:guide id="22" pos="5925">
          <p15:clr>
            <a:srgbClr val="92C255"/>
          </p15:clr>
        </p15:guide>
        <p15:guide id="23" pos="6569">
          <p15:clr>
            <a:srgbClr val="92C255"/>
          </p15:clr>
        </p15:guide>
        <p15:guide id="24" pos="6613">
          <p15:clr>
            <a:srgbClr val="92C255"/>
          </p15:clr>
        </p15:guide>
        <p15:guide id="25" orient="horz" pos="1415">
          <p15:clr>
            <a:srgbClr val="92C255"/>
          </p15:clr>
        </p15:guide>
        <p15:guide id="26" orient="horz" pos="1461">
          <p15:clr>
            <a:srgbClr val="92C255"/>
          </p15:clr>
        </p15:guide>
        <p15:guide id="27" orient="horz" pos="2082">
          <p15:clr>
            <a:srgbClr val="92C255"/>
          </p15:clr>
        </p15:guide>
        <p15:guide id="28" orient="horz" pos="2125">
          <p15:clr>
            <a:srgbClr val="92C255"/>
          </p15:clr>
        </p15:guide>
        <p15:guide id="29" orient="horz" pos="2746">
          <p15:clr>
            <a:srgbClr val="92C255"/>
          </p15:clr>
        </p15:guide>
        <p15:guide id="30" orient="horz" pos="2789">
          <p15:clr>
            <a:srgbClr val="92C255"/>
          </p15:clr>
        </p15:guide>
        <p15:guide id="31" orient="horz" pos="3410">
          <p15:clr>
            <a:srgbClr val="92C255"/>
          </p15:clr>
        </p15:guide>
        <p15:guide id="32" orient="horz" pos="3453">
          <p15:clr>
            <a:srgbClr val="92C255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 Vector Dark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sp>
        <p:nvSpPr>
          <p:cNvPr id="13" name="TxtPageNumber">
            <a:extLst>
              <a:ext uri="{FF2B5EF4-FFF2-40B4-BE49-F238E27FC236}">
                <a16:creationId xmlns:a16="http://schemas.microsoft.com/office/drawing/2014/main" id="{CB923C98-0F15-57D8-C6F5-8E39DA79699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5" name="ImgVectorLogo">
            <a:extLst>
              <a:ext uri="{FF2B5EF4-FFF2-40B4-BE49-F238E27FC236}">
                <a16:creationId xmlns:a16="http://schemas.microsoft.com/office/drawing/2014/main" id="{9300C092-F24A-C115-3E18-B0420CAD33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06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Medium Gra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xtPageNumber">
            <a:extLst>
              <a:ext uri="{FF2B5EF4-FFF2-40B4-BE49-F238E27FC236}">
                <a16:creationId xmlns:a16="http://schemas.microsoft.com/office/drawing/2014/main" id="{9577BDA2-2EB6-712B-34CC-923DD97F6A7D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4" name="TxtPlaceholderSlideTitle">
            <a:extLst>
              <a:ext uri="{FF2B5EF4-FFF2-40B4-BE49-F238E27FC236}">
                <a16:creationId xmlns:a16="http://schemas.microsoft.com/office/drawing/2014/main" id="{008CF603-7B99-EE84-B73A-4BF281EC3A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15" name="TxtPlaceholderChapterTitle">
            <a:extLst>
              <a:ext uri="{FF2B5EF4-FFF2-40B4-BE49-F238E27FC236}">
                <a16:creationId xmlns:a16="http://schemas.microsoft.com/office/drawing/2014/main" id="{AB35965F-BDB9-6EC6-B0F9-6F32FA11D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>
                <a:solidFill>
                  <a:srgbClr val="DADEE1"/>
                </a:solidFill>
              </a:defRPr>
            </a:lvl1pPr>
          </a:lstStyle>
          <a:p>
            <a:r>
              <a:rPr lang="en-US" dirty="0"/>
              <a:t>Chapter Headline / Presentation Title (16pt, 22% gray)</a:t>
            </a:r>
            <a:endParaRPr lang="de-DE" dirty="0"/>
          </a:p>
        </p:txBody>
      </p:sp>
      <p:sp>
        <p:nvSpPr>
          <p:cNvPr id="16" name="TxtPlaceholderContent">
            <a:extLst>
              <a:ext uri="{FF2B5EF4-FFF2-40B4-BE49-F238E27FC236}">
                <a16:creationId xmlns:a16="http://schemas.microsoft.com/office/drawing/2014/main" id="{E19E8B8F-86C5-B30A-2BDE-7202D662ED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pic>
        <p:nvPicPr>
          <p:cNvPr id="17" name="ImgVectorLogo">
            <a:extLst>
              <a:ext uri="{FF2B5EF4-FFF2-40B4-BE49-F238E27FC236}">
                <a16:creationId xmlns:a16="http://schemas.microsoft.com/office/drawing/2014/main" id="{1D619FD2-7092-5EF0-9E2D-F043E5700F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34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Grid 10x5 Medium Gra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>
                <a:solidFill>
                  <a:srgbClr val="DADEE1"/>
                </a:solidFill>
              </a:defRPr>
            </a:lvl1pPr>
          </a:lstStyle>
          <a:p>
            <a:r>
              <a:rPr lang="en-US" dirty="0"/>
              <a:t>Chapter Headline / Presentation Title (16pt, 22% gray)</a:t>
            </a:r>
            <a:endParaRPr lang="de-DE" dirty="0"/>
          </a:p>
        </p:txBody>
      </p:sp>
      <p:sp>
        <p:nvSpPr>
          <p:cNvPr id="15" name="TxtPageNumber">
            <a:extLst>
              <a:ext uri="{FF2B5EF4-FFF2-40B4-BE49-F238E27FC236}">
                <a16:creationId xmlns:a16="http://schemas.microsoft.com/office/drawing/2014/main" id="{C289768C-E98D-32AA-D23D-FCE2C21422D1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6" name="ImgVectorLogo">
            <a:extLst>
              <a:ext uri="{FF2B5EF4-FFF2-40B4-BE49-F238E27FC236}">
                <a16:creationId xmlns:a16="http://schemas.microsoft.com/office/drawing/2014/main" id="{C7A0591B-8AF4-08D7-27D6-4B57536AF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46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pos="1063">
          <p15:clr>
            <a:srgbClr val="92C255"/>
          </p15:clr>
        </p15:guide>
        <p15:guide id="8" pos="1109">
          <p15:clr>
            <a:srgbClr val="92C255"/>
          </p15:clr>
        </p15:guide>
        <p15:guide id="9" pos="1753">
          <p15:clr>
            <a:srgbClr val="92C255"/>
          </p15:clr>
        </p15:guide>
        <p15:guide id="10" pos="1797">
          <p15:clr>
            <a:srgbClr val="92C255"/>
          </p15:clr>
        </p15:guide>
        <p15:guide id="11" pos="2441">
          <p15:clr>
            <a:srgbClr val="92C255"/>
          </p15:clr>
        </p15:guide>
        <p15:guide id="12" pos="2485">
          <p15:clr>
            <a:srgbClr val="92C255"/>
          </p15:clr>
        </p15:guide>
        <p15:guide id="13" pos="3129">
          <p15:clr>
            <a:srgbClr val="92C255"/>
          </p15:clr>
        </p15:guide>
        <p15:guide id="14" pos="3173">
          <p15:clr>
            <a:srgbClr val="92C255"/>
          </p15:clr>
        </p15:guide>
        <p15:guide id="15" pos="3817">
          <p15:clr>
            <a:srgbClr val="92C255"/>
          </p15:clr>
        </p15:guide>
        <p15:guide id="16" pos="3861">
          <p15:clr>
            <a:srgbClr val="92C255"/>
          </p15:clr>
        </p15:guide>
        <p15:guide id="17" pos="4505">
          <p15:clr>
            <a:srgbClr val="92C255"/>
          </p15:clr>
        </p15:guide>
        <p15:guide id="18" pos="4549">
          <p15:clr>
            <a:srgbClr val="92C255"/>
          </p15:clr>
        </p15:guide>
        <p15:guide id="19" pos="5193">
          <p15:clr>
            <a:srgbClr val="92C255"/>
          </p15:clr>
        </p15:guide>
        <p15:guide id="20" pos="5237">
          <p15:clr>
            <a:srgbClr val="92C255"/>
          </p15:clr>
        </p15:guide>
        <p15:guide id="21" pos="5881">
          <p15:clr>
            <a:srgbClr val="92C255"/>
          </p15:clr>
        </p15:guide>
        <p15:guide id="22" pos="5925">
          <p15:clr>
            <a:srgbClr val="92C255"/>
          </p15:clr>
        </p15:guide>
        <p15:guide id="23" pos="6569">
          <p15:clr>
            <a:srgbClr val="92C255"/>
          </p15:clr>
        </p15:guide>
        <p15:guide id="24" pos="6613">
          <p15:clr>
            <a:srgbClr val="92C255"/>
          </p15:clr>
        </p15:guide>
        <p15:guide id="25" orient="horz" pos="1415">
          <p15:clr>
            <a:srgbClr val="92C255"/>
          </p15:clr>
        </p15:guide>
        <p15:guide id="26" orient="horz" pos="1461">
          <p15:clr>
            <a:srgbClr val="92C255"/>
          </p15:clr>
        </p15:guide>
        <p15:guide id="27" orient="horz" pos="2082">
          <p15:clr>
            <a:srgbClr val="92C255"/>
          </p15:clr>
        </p15:guide>
        <p15:guide id="28" orient="horz" pos="2125">
          <p15:clr>
            <a:srgbClr val="92C255"/>
          </p15:clr>
        </p15:guide>
        <p15:guide id="29" orient="horz" pos="2746">
          <p15:clr>
            <a:srgbClr val="92C255"/>
          </p15:clr>
        </p15:guide>
        <p15:guide id="30" orient="horz" pos="2789">
          <p15:clr>
            <a:srgbClr val="92C255"/>
          </p15:clr>
        </p15:guide>
        <p15:guide id="31" orient="horz" pos="3410">
          <p15:clr>
            <a:srgbClr val="92C255"/>
          </p15:clr>
        </p15:guide>
        <p15:guide id="32" orient="horz" pos="3453">
          <p15:clr>
            <a:srgbClr val="92C255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 Vector Medium Gra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>
                <a:solidFill>
                  <a:srgbClr val="DADEE1"/>
                </a:solidFill>
              </a:defRPr>
            </a:lvl1pPr>
          </a:lstStyle>
          <a:p>
            <a:r>
              <a:rPr lang="en-US" dirty="0"/>
              <a:t>Chapter Headline / Presentation Title (16pt, 22% gray)</a:t>
            </a:r>
            <a:endParaRPr lang="de-DE" dirty="0"/>
          </a:p>
        </p:txBody>
      </p:sp>
      <p:sp>
        <p:nvSpPr>
          <p:cNvPr id="13" name="TxtPageNumber">
            <a:extLst>
              <a:ext uri="{FF2B5EF4-FFF2-40B4-BE49-F238E27FC236}">
                <a16:creationId xmlns:a16="http://schemas.microsoft.com/office/drawing/2014/main" id="{CB923C98-0F15-57D8-C6F5-8E39DA79699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4" name="ImgVectorLogo">
            <a:extLst>
              <a:ext uri="{FF2B5EF4-FFF2-40B4-BE49-F238E27FC236}">
                <a16:creationId xmlns:a16="http://schemas.microsoft.com/office/drawing/2014/main" id="{33BA4740-BF9E-37BF-7576-698A28E2C7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65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Light Gra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xtPageNumber">
            <a:extLst>
              <a:ext uri="{FF2B5EF4-FFF2-40B4-BE49-F238E27FC236}">
                <a16:creationId xmlns:a16="http://schemas.microsoft.com/office/drawing/2014/main" id="{EA000635-A5A7-C6C0-FAAB-5D780F53ED2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4" name="TxtPlaceholderSlideTitle">
            <a:extLst>
              <a:ext uri="{FF2B5EF4-FFF2-40B4-BE49-F238E27FC236}">
                <a16:creationId xmlns:a16="http://schemas.microsoft.com/office/drawing/2014/main" id="{29931850-60E7-5B85-A1E0-1B69D49EF9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565C5E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15" name="TxtPlaceholderChapterTitle">
            <a:extLst>
              <a:ext uri="{FF2B5EF4-FFF2-40B4-BE49-F238E27FC236}">
                <a16:creationId xmlns:a16="http://schemas.microsoft.com/office/drawing/2014/main" id="{7198674D-B506-75A0-615E-DB5104E781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 sz="1600">
                <a:solidFill>
                  <a:srgbClr val="848B8E"/>
                </a:solidFill>
              </a:defRPr>
            </a:lvl1pPr>
          </a:lstStyle>
          <a:p>
            <a:r>
              <a:rPr lang="en-US" dirty="0"/>
              <a:t>Chapter Headline / Presentation Title (16pt, 73% gray)</a:t>
            </a:r>
            <a:endParaRPr lang="de-DE" dirty="0"/>
          </a:p>
        </p:txBody>
      </p:sp>
      <p:sp>
        <p:nvSpPr>
          <p:cNvPr id="16" name="TxtPlaceholderContent">
            <a:extLst>
              <a:ext uri="{FF2B5EF4-FFF2-40B4-BE49-F238E27FC236}">
                <a16:creationId xmlns:a16="http://schemas.microsoft.com/office/drawing/2014/main" id="{168DE3B5-6659-88CF-C168-B568EC7686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rgbClr val="565C5E"/>
                </a:solidFill>
              </a:defRPr>
            </a:lvl1pPr>
            <a:lvl2pPr>
              <a:buClr>
                <a:srgbClr val="565C5E"/>
              </a:buClr>
              <a:defRPr>
                <a:solidFill>
                  <a:srgbClr val="565C5E"/>
                </a:solidFill>
              </a:defRPr>
            </a:lvl2pPr>
            <a:lvl3pPr>
              <a:buClr>
                <a:srgbClr val="565C5E"/>
              </a:buClr>
              <a:defRPr>
                <a:solidFill>
                  <a:srgbClr val="565C5E"/>
                </a:solidFill>
              </a:defRPr>
            </a:lvl3pPr>
            <a:lvl4pPr>
              <a:buClr>
                <a:srgbClr val="565C5E"/>
              </a:buClr>
              <a:defRPr>
                <a:solidFill>
                  <a:srgbClr val="565C5E"/>
                </a:solidFill>
              </a:defRPr>
            </a:lvl4pPr>
            <a:lvl5pPr>
              <a:buClr>
                <a:srgbClr val="565C5E"/>
              </a:buClr>
              <a:defRPr>
                <a:solidFill>
                  <a:srgbClr val="565C5E"/>
                </a:solidFill>
              </a:defRPr>
            </a:lvl5pPr>
            <a:lvl6pPr>
              <a:buClr>
                <a:srgbClr val="565C5E"/>
              </a:buClr>
              <a:defRPr>
                <a:solidFill>
                  <a:srgbClr val="565C5E"/>
                </a:solidFill>
              </a:defRPr>
            </a:lvl6pPr>
            <a:lvl7pPr>
              <a:buClr>
                <a:srgbClr val="565C5E"/>
              </a:buClr>
              <a:defRPr>
                <a:solidFill>
                  <a:srgbClr val="565C5E"/>
                </a:solidFill>
              </a:defRPr>
            </a:lvl7pPr>
            <a:lvl8pPr>
              <a:buClr>
                <a:srgbClr val="565C5E"/>
              </a:buClr>
              <a:defRPr>
                <a:solidFill>
                  <a:srgbClr val="565C5E"/>
                </a:solidFill>
              </a:defRPr>
            </a:lvl8pPr>
            <a:lvl9pPr>
              <a:buClr>
                <a:srgbClr val="565C5E"/>
              </a:buClr>
              <a:defRPr>
                <a:solidFill>
                  <a:srgbClr val="565C5E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pic>
        <p:nvPicPr>
          <p:cNvPr id="19" name="ImgVectorLogo">
            <a:extLst>
              <a:ext uri="{FF2B5EF4-FFF2-40B4-BE49-F238E27FC236}">
                <a16:creationId xmlns:a16="http://schemas.microsoft.com/office/drawing/2014/main" id="{0C80C799-C2A1-5A1E-8701-7F38B5FE8C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8000" y="288001"/>
            <a:ext cx="1260000" cy="2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2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Vector Grid 10x5 Light Gra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PlaceholderContent"/>
          <p:cNvSpPr>
            <a:spLocks noGrp="1"/>
          </p:cNvSpPr>
          <p:nvPr>
            <p:ph sz="quarter" idx="13" hasCustomPrompt="1"/>
          </p:nvPr>
        </p:nvSpPr>
        <p:spPr>
          <a:xfrm>
            <a:off x="666000" y="1260000"/>
            <a:ext cx="10872000" cy="5220000"/>
          </a:xfrm>
        </p:spPr>
        <p:txBody>
          <a:bodyPr/>
          <a:lstStyle>
            <a:lvl1pPr>
              <a:defRPr>
                <a:solidFill>
                  <a:srgbClr val="565C5E"/>
                </a:solidFill>
              </a:defRPr>
            </a:lvl1pPr>
            <a:lvl2pPr>
              <a:buClr>
                <a:srgbClr val="565C5E"/>
              </a:buClr>
              <a:defRPr>
                <a:solidFill>
                  <a:srgbClr val="565C5E"/>
                </a:solidFill>
              </a:defRPr>
            </a:lvl2pPr>
            <a:lvl3pPr>
              <a:buClr>
                <a:srgbClr val="565C5E"/>
              </a:buClr>
              <a:defRPr>
                <a:solidFill>
                  <a:srgbClr val="565C5E"/>
                </a:solidFill>
              </a:defRPr>
            </a:lvl3pPr>
            <a:lvl4pPr>
              <a:buClr>
                <a:srgbClr val="565C5E"/>
              </a:buClr>
              <a:defRPr>
                <a:solidFill>
                  <a:srgbClr val="565C5E"/>
                </a:solidFill>
              </a:defRPr>
            </a:lvl4pPr>
            <a:lvl5pPr>
              <a:buClr>
                <a:srgbClr val="565C5E"/>
              </a:buClr>
              <a:defRPr>
                <a:solidFill>
                  <a:srgbClr val="565C5E"/>
                </a:solidFill>
              </a:defRPr>
            </a:lvl5pPr>
            <a:lvl6pPr>
              <a:buClr>
                <a:srgbClr val="565C5E"/>
              </a:buClr>
              <a:defRPr>
                <a:solidFill>
                  <a:srgbClr val="565C5E"/>
                </a:solidFill>
              </a:defRPr>
            </a:lvl6pPr>
            <a:lvl7pPr>
              <a:buClr>
                <a:srgbClr val="565C5E"/>
              </a:buClr>
              <a:defRPr>
                <a:solidFill>
                  <a:srgbClr val="565C5E"/>
                </a:solidFill>
              </a:defRPr>
            </a:lvl7pPr>
            <a:lvl8pPr>
              <a:buClr>
                <a:srgbClr val="565C5E"/>
              </a:buClr>
              <a:defRPr>
                <a:solidFill>
                  <a:srgbClr val="565C5E"/>
                </a:solidFill>
              </a:defRPr>
            </a:lvl8pPr>
            <a:lvl9pPr>
              <a:buClr>
                <a:srgbClr val="565C5E"/>
              </a:buClr>
              <a:defRPr>
                <a:solidFill>
                  <a:srgbClr val="565C5E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9" name="TxtPlaceholderSlide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565C5E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2" name="TxtPlaceholderChapterTitle"/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>
                <a:solidFill>
                  <a:srgbClr val="848B8E"/>
                </a:solidFill>
              </a:defRPr>
            </a:lvl1pPr>
          </a:lstStyle>
          <a:p>
            <a:r>
              <a:rPr lang="en-US" dirty="0"/>
              <a:t>Chapter Headline / Presentation Title (16pt, 73% gray)</a:t>
            </a:r>
            <a:endParaRPr lang="de-DE" dirty="0"/>
          </a:p>
        </p:txBody>
      </p:sp>
      <p:sp>
        <p:nvSpPr>
          <p:cNvPr id="15" name="TxtPageNumber">
            <a:extLst>
              <a:ext uri="{FF2B5EF4-FFF2-40B4-BE49-F238E27FC236}">
                <a16:creationId xmlns:a16="http://schemas.microsoft.com/office/drawing/2014/main" id="{C289768C-E98D-32AA-D23D-FCE2C21422D1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pic>
        <p:nvPicPr>
          <p:cNvPr id="17" name="ImgVectorLogo">
            <a:extLst>
              <a:ext uri="{FF2B5EF4-FFF2-40B4-BE49-F238E27FC236}">
                <a16:creationId xmlns:a16="http://schemas.microsoft.com/office/drawing/2014/main" id="{4AD76E52-C180-D708-5056-AF5EBDE75C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8000" y="288001"/>
            <a:ext cx="1260000" cy="2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35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  <p15:guide id="7" pos="1063">
          <p15:clr>
            <a:srgbClr val="92C255"/>
          </p15:clr>
        </p15:guide>
        <p15:guide id="8" pos="1109">
          <p15:clr>
            <a:srgbClr val="92C255"/>
          </p15:clr>
        </p15:guide>
        <p15:guide id="9" pos="1753">
          <p15:clr>
            <a:srgbClr val="92C255"/>
          </p15:clr>
        </p15:guide>
        <p15:guide id="10" pos="1797">
          <p15:clr>
            <a:srgbClr val="92C255"/>
          </p15:clr>
        </p15:guide>
        <p15:guide id="11" pos="2441">
          <p15:clr>
            <a:srgbClr val="92C255"/>
          </p15:clr>
        </p15:guide>
        <p15:guide id="12" pos="2485">
          <p15:clr>
            <a:srgbClr val="92C255"/>
          </p15:clr>
        </p15:guide>
        <p15:guide id="13" pos="3129">
          <p15:clr>
            <a:srgbClr val="92C255"/>
          </p15:clr>
        </p15:guide>
        <p15:guide id="14" pos="3173">
          <p15:clr>
            <a:srgbClr val="92C255"/>
          </p15:clr>
        </p15:guide>
        <p15:guide id="15" pos="3817">
          <p15:clr>
            <a:srgbClr val="92C255"/>
          </p15:clr>
        </p15:guide>
        <p15:guide id="16" pos="3861">
          <p15:clr>
            <a:srgbClr val="92C255"/>
          </p15:clr>
        </p15:guide>
        <p15:guide id="17" pos="4505">
          <p15:clr>
            <a:srgbClr val="92C255"/>
          </p15:clr>
        </p15:guide>
        <p15:guide id="18" pos="4549">
          <p15:clr>
            <a:srgbClr val="92C255"/>
          </p15:clr>
        </p15:guide>
        <p15:guide id="19" pos="5193">
          <p15:clr>
            <a:srgbClr val="92C255"/>
          </p15:clr>
        </p15:guide>
        <p15:guide id="20" pos="5237">
          <p15:clr>
            <a:srgbClr val="92C255"/>
          </p15:clr>
        </p15:guide>
        <p15:guide id="21" pos="5881">
          <p15:clr>
            <a:srgbClr val="92C255"/>
          </p15:clr>
        </p15:guide>
        <p15:guide id="22" pos="5925">
          <p15:clr>
            <a:srgbClr val="92C255"/>
          </p15:clr>
        </p15:guide>
        <p15:guide id="23" pos="6569">
          <p15:clr>
            <a:srgbClr val="92C255"/>
          </p15:clr>
        </p15:guide>
        <p15:guide id="24" pos="6613">
          <p15:clr>
            <a:srgbClr val="92C255"/>
          </p15:clr>
        </p15:guide>
        <p15:guide id="25" orient="horz" pos="1415">
          <p15:clr>
            <a:srgbClr val="92C255"/>
          </p15:clr>
        </p15:guide>
        <p15:guide id="26" orient="horz" pos="1461">
          <p15:clr>
            <a:srgbClr val="92C255"/>
          </p15:clr>
        </p15:guide>
        <p15:guide id="27" orient="horz" pos="2082">
          <p15:clr>
            <a:srgbClr val="92C255"/>
          </p15:clr>
        </p15:guide>
        <p15:guide id="28" orient="horz" pos="2125">
          <p15:clr>
            <a:srgbClr val="92C255"/>
          </p15:clr>
        </p15:guide>
        <p15:guide id="29" orient="horz" pos="2746">
          <p15:clr>
            <a:srgbClr val="92C255"/>
          </p15:clr>
        </p15:guide>
        <p15:guide id="30" orient="horz" pos="2789">
          <p15:clr>
            <a:srgbClr val="92C255"/>
          </p15:clr>
        </p15:guide>
        <p15:guide id="31" orient="horz" pos="3410">
          <p15:clr>
            <a:srgbClr val="92C255"/>
          </p15:clr>
        </p15:guide>
        <p15:guide id="32" orient="horz" pos="3453">
          <p15:clr>
            <a:srgbClr val="92C255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 Vector Light Gra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xtPageNumber">
            <a:extLst>
              <a:ext uri="{FF2B5EF4-FFF2-40B4-BE49-F238E27FC236}">
                <a16:creationId xmlns:a16="http://schemas.microsoft.com/office/drawing/2014/main" id="{CB923C98-0F15-57D8-C6F5-8E39DA796993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2F14186B-DA8E-4A97-A0A6-3D1BE0A9B199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565C5E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565C5E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4" name="TxtPlaceholderSlideTitle">
            <a:extLst>
              <a:ext uri="{FF2B5EF4-FFF2-40B4-BE49-F238E27FC236}">
                <a16:creationId xmlns:a16="http://schemas.microsoft.com/office/drawing/2014/main" id="{F6E4D852-AFB3-9535-606C-FA66D3D9BE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000" y="630000"/>
            <a:ext cx="8946000" cy="324000"/>
          </a:xfrm>
        </p:spPr>
        <p:txBody>
          <a:bodyPr wrap="none" anchor="b" anchorCtr="0"/>
          <a:lstStyle>
            <a:lvl1pPr>
              <a:buNone/>
              <a:defRPr sz="2000">
                <a:solidFill>
                  <a:srgbClr val="565C5E"/>
                </a:solidFill>
                <a:latin typeface="+mj-lt"/>
              </a:defRPr>
            </a:lvl1pPr>
            <a:lvl2pPr>
              <a:defRPr>
                <a:solidFill>
                  <a:srgbClr val="B70032"/>
                </a:solidFill>
              </a:defRPr>
            </a:lvl2pPr>
            <a:lvl3pPr>
              <a:defRPr>
                <a:solidFill>
                  <a:srgbClr val="B70032"/>
                </a:solidFill>
              </a:defRPr>
            </a:lvl3pPr>
            <a:lvl4pPr>
              <a:defRPr>
                <a:solidFill>
                  <a:srgbClr val="B70032"/>
                </a:solidFill>
              </a:defRPr>
            </a:lvl4pPr>
            <a:lvl5pPr>
              <a:defRPr>
                <a:solidFill>
                  <a:srgbClr val="B70032"/>
                </a:solidFill>
              </a:defRPr>
            </a:lvl5pPr>
          </a:lstStyle>
          <a:p>
            <a:pPr lvl="0"/>
            <a:r>
              <a:rPr lang="en-US" dirty="0"/>
              <a:t>Slide Headline (20pt)</a:t>
            </a:r>
            <a:endParaRPr lang="de-DE" dirty="0"/>
          </a:p>
        </p:txBody>
      </p:sp>
      <p:sp>
        <p:nvSpPr>
          <p:cNvPr id="15" name="TxtPlaceholderChapterTitle">
            <a:extLst>
              <a:ext uri="{FF2B5EF4-FFF2-40B4-BE49-F238E27FC236}">
                <a16:creationId xmlns:a16="http://schemas.microsoft.com/office/drawing/2014/main" id="{2037B9A5-BB0D-F8FC-EC07-7A3DAD3E1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" y="252000"/>
            <a:ext cx="8946000" cy="288000"/>
          </a:xfrm>
        </p:spPr>
        <p:txBody>
          <a:bodyPr/>
          <a:lstStyle>
            <a:lvl1pPr>
              <a:defRPr>
                <a:solidFill>
                  <a:srgbClr val="848B8E"/>
                </a:solidFill>
              </a:defRPr>
            </a:lvl1pPr>
          </a:lstStyle>
          <a:p>
            <a:r>
              <a:rPr lang="en-US" dirty="0"/>
              <a:t>Chapter Headline / Presentation Title (16pt, 73% gray)</a:t>
            </a:r>
            <a:endParaRPr lang="de-DE" dirty="0"/>
          </a:p>
        </p:txBody>
      </p:sp>
      <p:pic>
        <p:nvPicPr>
          <p:cNvPr id="16" name="ImgVectorLogo">
            <a:extLst>
              <a:ext uri="{FF2B5EF4-FFF2-40B4-BE49-F238E27FC236}">
                <a16:creationId xmlns:a16="http://schemas.microsoft.com/office/drawing/2014/main" id="{AD960688-B11A-002E-B37B-92016E524C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8000" y="288001"/>
            <a:ext cx="1260000" cy="2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011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1">
          <p15:clr>
            <a:srgbClr val="B70035"/>
          </p15:clr>
        </p15:guide>
        <p15:guide id="2" pos="414">
          <p15:clr>
            <a:srgbClr val="B70035"/>
          </p15:clr>
        </p15:guide>
        <p15:guide id="3" orient="horz" pos="4088">
          <p15:clr>
            <a:srgbClr val="B70035"/>
          </p15:clr>
        </p15:guide>
        <p15:guide id="4" pos="7273">
          <p15:clr>
            <a:srgbClr val="B70035"/>
          </p15:clr>
        </p15:guide>
        <p15:guide id="5" orient="horz" pos="570">
          <p15:clr>
            <a:srgbClr val="B1B6BA"/>
          </p15:clr>
        </p15:guide>
        <p15:guide id="6" orient="horz" pos="315">
          <p15:clr>
            <a:srgbClr val="B1B6BA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Title">
    <p:bg>
      <p:bgPr>
        <a:solidFill>
          <a:srgbClr val="B7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gVectorLogo">
            <a:extLst>
              <a:ext uri="{FF2B5EF4-FFF2-40B4-BE49-F238E27FC236}">
                <a16:creationId xmlns:a16="http://schemas.microsoft.com/office/drawing/2014/main" id="{34910917-7079-D191-6BAA-A6DD89EF63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93504" y="2044195"/>
            <a:ext cx="5804993" cy="276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91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Red">
    <p:bg>
      <p:bgPr>
        <a:solidFill>
          <a:srgbClr val="B7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9494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Red Empty">
    <p:bg>
      <p:bgPr>
        <a:solidFill>
          <a:srgbClr val="B7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066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Dark Gray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0953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Dark Gray Empty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001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Medium Gra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6074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Medium Gray Empty">
    <p:bg>
      <p:bgPr>
        <a:solidFill>
          <a:srgbClr val="848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106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Light Gra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rgbClr val="565C5E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rgbClr val="565C5E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9764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Light Gray Empty">
    <p:bg>
      <p:bgPr>
        <a:solidFill>
          <a:srgbClr val="DA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524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xtPlaceholderSubtitle">
            <a:extLst>
              <a:ext uri="{FF2B5EF4-FFF2-40B4-BE49-F238E27FC236}">
                <a16:creationId xmlns:a16="http://schemas.microsoft.com/office/drawing/2014/main" id="{0BDD3B7E-091D-CB83-48B9-CB8C28434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4713" y="4114800"/>
            <a:ext cx="10442575" cy="829733"/>
          </a:xfrm>
        </p:spPr>
        <p:txBody>
          <a:bodyPr/>
          <a:lstStyle>
            <a:lvl1pPr>
              <a:defRPr sz="170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xtPlaceholderTitle">
            <a:extLst>
              <a:ext uri="{FF2B5EF4-FFF2-40B4-BE49-F238E27FC236}">
                <a16:creationId xmlns:a16="http://schemas.microsoft.com/office/drawing/2014/main" id="{B5C18617-8A58-5DE2-45D2-4CE909DC8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908050"/>
            <a:ext cx="10442575" cy="2885017"/>
          </a:xfrm>
        </p:spPr>
        <p:txBody>
          <a:bodyPr/>
          <a:lstStyle>
            <a:lvl1pPr>
              <a:defRPr sz="6600" b="1">
                <a:solidFill>
                  <a:schemeClr val="tx1"/>
                </a:solidFill>
                <a:latin typeface="+mj-lt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045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White 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845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Image and Text Dark Gray">
    <p:bg>
      <p:bgPr>
        <a:solidFill>
          <a:srgbClr val="565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Placeholder">
            <a:extLst>
              <a:ext uri="{FF2B5EF4-FFF2-40B4-BE49-F238E27FC236}">
                <a16:creationId xmlns:a16="http://schemas.microsoft.com/office/drawing/2014/main" id="{D6118027-4D80-F2AE-21A7-4C9632A9E0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TxtPlaceholderContent">
            <a:extLst>
              <a:ext uri="{FF2B5EF4-FFF2-40B4-BE49-F238E27FC236}">
                <a16:creationId xmlns:a16="http://schemas.microsoft.com/office/drawing/2014/main" id="{11EAF15F-79A7-197D-1ACE-0FA9B8EA23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2" y="908050"/>
            <a:ext cx="10442576" cy="5041900"/>
          </a:xfrm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+mj-lt"/>
                <a:sym typeface="Wingdings" panose="05000000000000000000" pitchFamily="2" charset="2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 dirty="0"/>
              <a:t>Add a picture and change the transparency via Picture Format  Adjust  Transparency (75% or more)</a:t>
            </a:r>
          </a:p>
        </p:txBody>
      </p:sp>
    </p:spTree>
    <p:extLst>
      <p:ext uri="{BB962C8B-B14F-4D97-AF65-F5344CB8AC3E}">
        <p14:creationId xmlns:p14="http://schemas.microsoft.com/office/powerpoint/2010/main" val="3767303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Image and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Placeholder">
            <a:extLst>
              <a:ext uri="{FF2B5EF4-FFF2-40B4-BE49-F238E27FC236}">
                <a16:creationId xmlns:a16="http://schemas.microsoft.com/office/drawing/2014/main" id="{D6118027-4D80-F2AE-21A7-4C9632A9E0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8" name="TxtPlaceholderContent">
            <a:extLst>
              <a:ext uri="{FF2B5EF4-FFF2-40B4-BE49-F238E27FC236}">
                <a16:creationId xmlns:a16="http://schemas.microsoft.com/office/drawing/2014/main" id="{11EAF15F-79A7-197D-1ACE-0FA9B8EA23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2" y="908050"/>
            <a:ext cx="10442576" cy="5041900"/>
          </a:xfrm>
        </p:spPr>
        <p:txBody>
          <a:bodyPr/>
          <a:lstStyle>
            <a:lvl1pPr>
              <a:defRPr sz="4400" b="1">
                <a:solidFill>
                  <a:srgbClr val="565C5E"/>
                </a:solidFill>
                <a:latin typeface="+mj-lt"/>
                <a:sym typeface="Wingdings" panose="05000000000000000000" pitchFamily="2" charset="2"/>
              </a:defRPr>
            </a:lvl1pPr>
            <a:lvl2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2pPr>
            <a:lvl3pPr>
              <a:defRPr sz="8000">
                <a:solidFill>
                  <a:schemeClr val="bg1"/>
                </a:solidFill>
                <a:latin typeface="Verdana" panose="020B0504020201010104" pitchFamily="34" charset="0"/>
              </a:defRPr>
            </a:lvl3pPr>
            <a:lvl4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4pPr>
            <a:lvl5pPr>
              <a:defRPr sz="7200">
                <a:solidFill>
                  <a:schemeClr val="bg1"/>
                </a:solidFill>
                <a:latin typeface="Verdana" panose="020B0504020201010104" pitchFamily="34" charset="0"/>
              </a:defRPr>
            </a:lvl5pPr>
          </a:lstStyle>
          <a:p>
            <a:pPr lvl="0"/>
            <a:r>
              <a:rPr lang="en-US" dirty="0"/>
              <a:t>Add a picture and change the transparency via Picture Format  Adjust  Transparency (60% or more)</a:t>
            </a:r>
          </a:p>
        </p:txBody>
      </p:sp>
    </p:spTree>
    <p:extLst>
      <p:ext uri="{BB962C8B-B14F-4D97-AF65-F5344CB8AC3E}">
        <p14:creationId xmlns:p14="http://schemas.microsoft.com/office/powerpoint/2010/main" val="1299240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Placeholder">
            <a:extLst>
              <a:ext uri="{FF2B5EF4-FFF2-40B4-BE49-F238E27FC236}">
                <a16:creationId xmlns:a16="http://schemas.microsoft.com/office/drawing/2014/main" id="{84027ACD-A8A9-CD48-3D84-2920599032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675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pos="7129">
          <p15:clr>
            <a:srgbClr val="B1B6BA"/>
          </p15:clr>
        </p15:guide>
        <p15:guide id="3" orient="horz" pos="572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Layout End Slide">
    <p:bg>
      <p:bgPr>
        <a:solidFill>
          <a:srgbClr val="B7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gVectorLogo">
            <a:extLst>
              <a:ext uri="{FF2B5EF4-FFF2-40B4-BE49-F238E27FC236}">
                <a16:creationId xmlns:a16="http://schemas.microsoft.com/office/drawing/2014/main" id="{34910917-7079-D191-6BAA-A6DD89EF63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93504" y="2044195"/>
            <a:ext cx="5804993" cy="2769611"/>
          </a:xfrm>
          <a:prstGeom prst="rect">
            <a:avLst/>
          </a:prstGeom>
        </p:spPr>
      </p:pic>
      <p:sp>
        <p:nvSpPr>
          <p:cNvPr id="4" name="TxtPlaceholder">
            <a:extLst>
              <a:ext uri="{FF2B5EF4-FFF2-40B4-BE49-F238E27FC236}">
                <a16:creationId xmlns:a16="http://schemas.microsoft.com/office/drawing/2014/main" id="{284142B5-E841-4E3E-87F9-203C2B622C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4712" y="5437415"/>
            <a:ext cx="10442575" cy="512536"/>
          </a:xfrm>
        </p:spPr>
        <p:txBody>
          <a:bodyPr wrap="none" bIns="0" anchor="b" anchorCtr="0"/>
          <a:lstStyle>
            <a:lvl1pPr algn="ctr">
              <a:defRPr sz="17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5728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B1B6BA"/>
          </p15:clr>
        </p15:guide>
        <p15:guide id="2" orient="horz" pos="572">
          <p15:clr>
            <a:srgbClr val="B1B6BA"/>
          </p15:clr>
        </p15:guide>
        <p15:guide id="3" pos="7129">
          <p15:clr>
            <a:srgbClr val="B1B6BA"/>
          </p15:clr>
        </p15:guide>
        <p15:guide id="4" orient="horz" pos="3748">
          <p15:clr>
            <a:srgbClr val="B1B6BA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72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8.xml"/><Relationship Id="rId39" Type="http://schemas.openxmlformats.org/officeDocument/2006/relationships/slideLayout" Target="../slideLayouts/slideLayout111.xml"/><Relationship Id="rId21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106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101.xml"/><Relationship Id="rId41" Type="http://schemas.openxmlformats.org/officeDocument/2006/relationships/theme" Target="../theme/theme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104.xml"/><Relationship Id="rId37" Type="http://schemas.openxmlformats.org/officeDocument/2006/relationships/slideLayout" Target="../slideLayouts/slideLayout109.xml"/><Relationship Id="rId40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100.xml"/><Relationship Id="rId36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9.xml"/><Relationship Id="rId30" Type="http://schemas.openxmlformats.org/officeDocument/2006/relationships/slideLayout" Target="../slideLayouts/slideLayout102.xml"/><Relationship Id="rId35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7.xml"/><Relationship Id="rId33" Type="http://schemas.openxmlformats.org/officeDocument/2006/relationships/slideLayout" Target="../slideLayouts/slideLayout105.xml"/><Relationship Id="rId38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85AFFF-0E32-C52D-6594-09473A50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1ABADB-1027-5390-28E2-60D7C0E9D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88C357-F256-E3F9-6FD4-35344BC53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11EE8-4518-4711-B0AD-09A8499E2B8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484FF6-1D7B-0E5C-0120-9360E1CAB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A9128-F61A-8CFC-3E3C-DEA2D30C8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5974B-8E40-4AE7-B66D-71CB224FC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67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xtPageNumber">
            <a:extLst>
              <a:ext uri="{FF2B5EF4-FFF2-40B4-BE49-F238E27FC236}">
                <a16:creationId xmlns:a16="http://schemas.microsoft.com/office/drawing/2014/main" id="{449BEC1A-764D-41BE-A802-C30D12F31537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15D5FA3E-6F3D-4C0F-A679-FE36F2D1F75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0" name="animationMarker" hidden="1">
            <a:extLst>
              <a:ext uri="{FF2B5EF4-FFF2-40B4-BE49-F238E27FC236}">
                <a16:creationId xmlns:a16="http://schemas.microsoft.com/office/drawing/2014/main" id="{4A9D8373-5E56-44E9-A91C-D331FDD64803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11681601" y="6618000"/>
            <a:ext cx="144000" cy="108000"/>
          </a:xfrm>
          <a:prstGeom prst="triangle">
            <a:avLst/>
          </a:prstGeom>
          <a:solidFill>
            <a:srgbClr val="90909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" name="TxtPlaceholderContent">
            <a:extLst>
              <a:ext uri="{FF2B5EF4-FFF2-40B4-BE49-F238E27FC236}">
                <a16:creationId xmlns:a16="http://schemas.microsoft.com/office/drawing/2014/main" id="{187DBE62-BB76-47C1-9C50-F165FE704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000" y="1260000"/>
            <a:ext cx="10872000" cy="52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2" name="TxtPlaceholderChapterTitle">
            <a:extLst>
              <a:ext uri="{FF2B5EF4-FFF2-40B4-BE49-F238E27FC236}">
                <a16:creationId xmlns:a16="http://schemas.microsoft.com/office/drawing/2014/main" id="{8B0CB0FB-2461-46AB-9469-E4F90456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00" y="252000"/>
            <a:ext cx="8946000" cy="2880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/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pic>
        <p:nvPicPr>
          <p:cNvPr id="12" name="ImgVectorLogo">
            <a:extLst>
              <a:ext uri="{FF2B5EF4-FFF2-40B4-BE49-F238E27FC236}">
                <a16:creationId xmlns:a16="http://schemas.microsoft.com/office/drawing/2014/main" id="{60875688-83AC-44B9-8D2D-08D35651BC08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1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kern="1200">
          <a:solidFill>
            <a:srgbClr val="B1B6BA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Clr>
          <a:srgbClr val="B70032"/>
        </a:buClr>
        <a:buSzPct val="25000"/>
        <a:buFont typeface="Calibri" panose="020F0502020204030204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800"/>
        </a:spcBef>
        <a:buClr>
          <a:srgbClr val="B70032"/>
        </a:buClr>
        <a:buSzPct val="75000"/>
        <a:buFont typeface="Wingdings 3" panose="05040102010807070707" pitchFamily="18" charset="2"/>
        <a:buChar char="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400"/>
        </a:spcBef>
        <a:buClr>
          <a:srgbClr val="B70032"/>
        </a:buClr>
        <a:buSzPct val="75000"/>
        <a:buFont typeface="Wingdings 3" panose="05040102010807070707" pitchFamily="18" charset="2"/>
        <a:buChar char="u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52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68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4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00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xtPageNumber">
            <a:extLst>
              <a:ext uri="{FF2B5EF4-FFF2-40B4-BE49-F238E27FC236}">
                <a16:creationId xmlns:a16="http://schemas.microsoft.com/office/drawing/2014/main" id="{449BEC1A-764D-41BE-A802-C30D12F31537}"/>
              </a:ext>
            </a:extLst>
          </p:cNvPr>
          <p:cNvSpPr/>
          <p:nvPr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98EB1DB4-19EB-462B-A216-6280AD520481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Verdana" panose="020B0604030504040204" pitchFamily="34" charset="0"/>
            </a:endParaRPr>
          </a:p>
        </p:txBody>
      </p:sp>
      <p:sp>
        <p:nvSpPr>
          <p:cNvPr id="10" name="animationMarker" hidden="1">
            <a:extLst>
              <a:ext uri="{FF2B5EF4-FFF2-40B4-BE49-F238E27FC236}">
                <a16:creationId xmlns:a16="http://schemas.microsoft.com/office/drawing/2014/main" id="{4A9D8373-5E56-44E9-A91C-D331FDD64803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11681601" y="6618000"/>
            <a:ext cx="144000" cy="108000"/>
          </a:xfrm>
          <a:prstGeom prst="triangle">
            <a:avLst/>
          </a:prstGeom>
          <a:solidFill>
            <a:srgbClr val="90909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" name="TxtPlaceholderContent">
            <a:extLst>
              <a:ext uri="{FF2B5EF4-FFF2-40B4-BE49-F238E27FC236}">
                <a16:creationId xmlns:a16="http://schemas.microsoft.com/office/drawing/2014/main" id="{187DBE62-BB76-47C1-9C50-F165FE704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000" y="1260000"/>
            <a:ext cx="10872000" cy="52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2" name="TxtPlaceholderChapterTitle">
            <a:extLst>
              <a:ext uri="{FF2B5EF4-FFF2-40B4-BE49-F238E27FC236}">
                <a16:creationId xmlns:a16="http://schemas.microsoft.com/office/drawing/2014/main" id="{8B0CB0FB-2461-46AB-9469-E4F90456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00" y="252000"/>
            <a:ext cx="8946000" cy="2880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/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pic>
        <p:nvPicPr>
          <p:cNvPr id="12" name="ImgVectorLogo">
            <a:extLst>
              <a:ext uri="{FF2B5EF4-FFF2-40B4-BE49-F238E27FC236}">
                <a16:creationId xmlns:a16="http://schemas.microsoft.com/office/drawing/2014/main" id="{60875688-83AC-44B9-8D2D-08D35651BC08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8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kern="1200">
          <a:solidFill>
            <a:srgbClr val="B1B6BA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Clr>
          <a:srgbClr val="B70032"/>
        </a:buClr>
        <a:buSzPct val="25000"/>
        <a:buFont typeface="Calibri" panose="020F0502020204030204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800"/>
        </a:spcBef>
        <a:buClr>
          <a:srgbClr val="B70032"/>
        </a:buClr>
        <a:buSzPct val="75000"/>
        <a:buFont typeface="Wingdings 3" panose="05040102010807070707" pitchFamily="18" charset="2"/>
        <a:buChar char="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400"/>
        </a:spcBef>
        <a:buClr>
          <a:srgbClr val="B70032"/>
        </a:buClr>
        <a:buSzPct val="75000"/>
        <a:buFont typeface="Wingdings 3" panose="05040102010807070707" pitchFamily="18" charset="2"/>
        <a:buChar char="u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52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68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4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00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xtPageNumber">
            <a:extLst>
              <a:ext uri="{FF2B5EF4-FFF2-40B4-BE49-F238E27FC236}">
                <a16:creationId xmlns:a16="http://schemas.microsoft.com/office/drawing/2014/main" id="{449BEC1A-764D-41BE-A802-C30D12F31537}"/>
              </a:ext>
            </a:extLst>
          </p:cNvPr>
          <p:cNvSpPr/>
          <p:nvPr userDrawn="1"/>
        </p:nvSpPr>
        <p:spPr>
          <a:xfrm>
            <a:off x="0" y="6480000"/>
            <a:ext cx="666000" cy="378000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0032"/>
              </a:buClr>
              <a:buSzPct val="75000"/>
              <a:buFontTx/>
              <a:buNone/>
              <a:tabLst/>
              <a:defRPr/>
            </a:pPr>
            <a:fld id="{9EC9F82B-2F7E-4980-B4E0-648D843B5460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Verdana" panose="020B0604030504040204" pitchFamily="34" charset="0"/>
              </a:r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Verdana" panose="020B0604030504040204" pitchFamily="34" charset="0"/>
            </a:endParaRPr>
          </a:p>
        </p:txBody>
      </p:sp>
      <p:sp>
        <p:nvSpPr>
          <p:cNvPr id="10" name="animationMarker" hidden="1">
            <a:extLst>
              <a:ext uri="{FF2B5EF4-FFF2-40B4-BE49-F238E27FC236}">
                <a16:creationId xmlns:a16="http://schemas.microsoft.com/office/drawing/2014/main" id="{4A9D8373-5E56-44E9-A91C-D331FDD64803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11681601" y="6618000"/>
            <a:ext cx="144000" cy="108000"/>
          </a:xfrm>
          <a:prstGeom prst="triangle">
            <a:avLst/>
          </a:prstGeom>
          <a:solidFill>
            <a:srgbClr val="90909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7287" tIns="53643" rIns="107287" bIns="53643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7286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" name="TxtPlaceholderContent">
            <a:extLst>
              <a:ext uri="{FF2B5EF4-FFF2-40B4-BE49-F238E27FC236}">
                <a16:creationId xmlns:a16="http://schemas.microsoft.com/office/drawing/2014/main" id="{187DBE62-BB76-47C1-9C50-F165FE704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000" y="1260000"/>
            <a:ext cx="10872000" cy="52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sz="1400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2" name="TxtPlaceholderChapterTitle">
            <a:extLst>
              <a:ext uri="{FF2B5EF4-FFF2-40B4-BE49-F238E27FC236}">
                <a16:creationId xmlns:a16="http://schemas.microsoft.com/office/drawing/2014/main" id="{8B0CB0FB-2461-46AB-9469-E4F90456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00" y="252000"/>
            <a:ext cx="8946000" cy="2880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/>
          <a:p>
            <a:r>
              <a:rPr lang="en-US" dirty="0"/>
              <a:t>Chapter Headline / Presentation Title (16pt, 47% Gray)</a:t>
            </a:r>
            <a:endParaRPr lang="de-DE" dirty="0"/>
          </a:p>
        </p:txBody>
      </p:sp>
      <p:pic>
        <p:nvPicPr>
          <p:cNvPr id="12" name="ImgVectorLogo">
            <a:extLst>
              <a:ext uri="{FF2B5EF4-FFF2-40B4-BE49-F238E27FC236}">
                <a16:creationId xmlns:a16="http://schemas.microsoft.com/office/drawing/2014/main" id="{60875688-83AC-44B9-8D2D-08D35651BC08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000" y="288000"/>
            <a:ext cx="1260000" cy="2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3" r:id="rId30"/>
    <p:sldLayoutId id="2147483754" r:id="rId31"/>
    <p:sldLayoutId id="2147483755" r:id="rId32"/>
    <p:sldLayoutId id="2147483756" r:id="rId33"/>
    <p:sldLayoutId id="2147483757" r:id="rId34"/>
    <p:sldLayoutId id="2147483758" r:id="rId35"/>
    <p:sldLayoutId id="2147483759" r:id="rId36"/>
    <p:sldLayoutId id="2147483760" r:id="rId37"/>
    <p:sldLayoutId id="2147483761" r:id="rId38"/>
    <p:sldLayoutId id="2147483762" r:id="rId39"/>
    <p:sldLayoutId id="2147483763" r:id="rId4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kern="1200">
          <a:solidFill>
            <a:srgbClr val="B1B6BA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Clr>
          <a:srgbClr val="B70032"/>
        </a:buClr>
        <a:buSzPct val="25000"/>
        <a:buFont typeface="Calibri" panose="020F0502020204030204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800"/>
        </a:spcBef>
        <a:buClr>
          <a:srgbClr val="B70032"/>
        </a:buClr>
        <a:buSzPct val="75000"/>
        <a:buFont typeface="Wingdings 3" panose="05040102010807070707" pitchFamily="18" charset="2"/>
        <a:buChar char="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400"/>
        </a:spcBef>
        <a:buClr>
          <a:srgbClr val="B70032"/>
        </a:buClr>
        <a:buSzPct val="75000"/>
        <a:buFont typeface="Wingdings 3" panose="05040102010807070707" pitchFamily="18" charset="2"/>
        <a:buChar char="u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52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68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4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00000" indent="-216000" algn="l" defTabSz="914400" rtl="0" eaLnBrk="1" latinLnBrk="0" hangingPunct="1">
        <a:lnSpc>
          <a:spcPct val="100000"/>
        </a:lnSpc>
        <a:spcBef>
          <a:spcPts val="200"/>
        </a:spcBef>
        <a:buClr>
          <a:srgbClr val="B70032"/>
        </a:buClr>
        <a:buSzPct val="75000"/>
        <a:buFont typeface="Verdana" panose="020B0604030504040204" pitchFamily="34" charset="0"/>
        <a:buChar char="&gt;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62223405/article/details/154869827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8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iaopinghao-zaizai/TestECU.g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8.xml"/><Relationship Id="rId1" Type="http://schemas.openxmlformats.org/officeDocument/2006/relationships/tags" Target="../tags/tag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8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iaopinghao-zaizai/TestECU.g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weixin_43682905/article/details/149019778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zh/v2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5.xml"/><Relationship Id="rId4" Type="http://schemas.openxmlformats.org/officeDocument/2006/relationships/hyperlink" Target="https://www.runoob.com/git/git-tutorial.html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platzhalter 3">
            <a:extLst>
              <a:ext uri="{FF2B5EF4-FFF2-40B4-BE49-F238E27FC236}">
                <a16:creationId xmlns:a16="http://schemas.microsoft.com/office/drawing/2014/main" id="{D858F413-2BBA-04E1-245A-16F69FD7259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60475"/>
            <a:ext cx="12193588" cy="4660900"/>
          </a:xfr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949F3A5-DBC0-F109-406B-695911D23D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9A856002-DE63-8C3E-CDAD-225BA6A6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介绍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76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7D8A02-A762-E683-D03C-BA93D9BA617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16908858"/>
              </p:ext>
            </p:extLst>
          </p:nvPr>
        </p:nvGraphicFramePr>
        <p:xfrm>
          <a:off x="666000" y="1260000"/>
          <a:ext cx="10872000" cy="5219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981117665"/>
                    </a:ext>
                  </a:extLst>
                </a:gridCol>
                <a:gridCol w="10491000">
                  <a:extLst>
                    <a:ext uri="{9D8B030D-6E8A-4147-A177-3AD203B41FA5}">
                      <a16:colId xmlns:a16="http://schemas.microsoft.com/office/drawing/2014/main" val="3765820304"/>
                    </a:ext>
                  </a:extLst>
                </a:gridCol>
              </a:tblGrid>
              <a:tr h="37285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600" b="1">
                          <a:solidFill>
                            <a:srgbClr val="B70032"/>
                          </a:solidFill>
                          <a:latin typeface="Wingdings 3" panose="05040102010807070707" pitchFamily="18" charset="2"/>
                        </a:rPr>
                        <a:t>u</a:t>
                      </a:r>
                    </a:p>
                  </a:txBody>
                  <a:tcPr marL="0" marR="324000" anchor="ctr" anchorCtr="1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1" dirty="0">
                          <a:solidFill>
                            <a:srgbClr val="B70032"/>
                          </a:solidFill>
                        </a:rPr>
                        <a:t>Git</a:t>
                      </a:r>
                      <a:r>
                        <a:rPr lang="zh-CN" altLang="en-US" sz="1600" b="1" dirty="0">
                          <a:solidFill>
                            <a:srgbClr val="B70032"/>
                          </a:solidFill>
                        </a:rPr>
                        <a:t>简介</a:t>
                      </a:r>
                      <a:endParaRPr lang="en-US" sz="1600" b="1" dirty="0">
                        <a:solidFill>
                          <a:srgbClr val="B70032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2887451357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基本命令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3789406711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491000" algn="r"/>
                        </a:tabLst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与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GitHub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GitLab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的关系</a:t>
                      </a: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3443967256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上传一个本地项目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2965439565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498179091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725661947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406923184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603313645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635393965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124116218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838153197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827880096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3711705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43373163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3409F72-472A-2E4A-34CB-E6BDFAD6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948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07C1F-46E0-F307-A62F-33FDB573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809EE-E04A-BF60-8D5F-65B72B0DE1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zh-CN" dirty="0"/>
              <a:t>介绍</a:t>
            </a:r>
            <a:endParaRPr lang="en-US" altLang="zh-C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68634C-DE7B-DBC0-E634-FB55DFD3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简介</a:t>
            </a:r>
            <a:endParaRPr 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62B6754-B705-3697-7323-1B9901758D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260001"/>
            <a:ext cx="10878300" cy="1993740"/>
          </a:xfrm>
        </p:spPr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介绍</a:t>
            </a:r>
            <a:endParaRPr lang="en-US" altLang="zh-CN" dirty="0"/>
          </a:p>
          <a:p>
            <a:r>
              <a:rPr lang="zh-CN" altLang="en-US" dirty="0"/>
              <a:t>一种分布式版本控制系统，主要用于管理源代码和文件的版本变化，其特点：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版本随时回退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多人并行开发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多功能并行开发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2116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DA04-4152-EFFA-5F86-0B554C772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4697D-43A9-791F-D68F-309B90B430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安装</a:t>
            </a:r>
            <a:endParaRPr lang="en-US" altLang="zh-C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FDA3C4-A668-BC31-1933-210C324A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简介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FAB04-C198-F778-FAFB-2D1A11082BD1}"/>
              </a:ext>
            </a:extLst>
          </p:cNvPr>
          <p:cNvSpPr txBox="1"/>
          <p:nvPr/>
        </p:nvSpPr>
        <p:spPr>
          <a:xfrm>
            <a:off x="666000" y="6218325"/>
            <a:ext cx="73159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安装教程参考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:</a:t>
            </a:r>
            <a:r>
              <a:rPr lang="en-US" altLang="zh-CN" sz="1600" dirty="0">
                <a:hlinkClick r:id="rId3"/>
              </a:rPr>
              <a:t>【Git】2025</a:t>
            </a:r>
            <a:r>
              <a:rPr lang="zh-CN" altLang="en-US" sz="1600" dirty="0">
                <a:hlinkClick r:id="rId3"/>
              </a:rPr>
              <a:t>全图文详解安装教程</a:t>
            </a:r>
            <a:r>
              <a:rPr lang="en-US" altLang="zh-CN" sz="1600" dirty="0">
                <a:hlinkClick r:id="rId3"/>
              </a:rPr>
              <a:t>_git</a:t>
            </a:r>
            <a:r>
              <a:rPr lang="zh-CN" altLang="en-US" sz="1600" dirty="0">
                <a:hlinkClick r:id="rId3"/>
              </a:rPr>
              <a:t>安装教程</a:t>
            </a:r>
            <a:r>
              <a:rPr lang="en-US" altLang="zh-CN" sz="1600" dirty="0">
                <a:hlinkClick r:id="rId3"/>
              </a:rPr>
              <a:t>-CSDN</a:t>
            </a:r>
            <a:r>
              <a:rPr lang="zh-CN" altLang="en-US" sz="1600" dirty="0">
                <a:hlinkClick r:id="rId3"/>
              </a:rPr>
              <a:t>博客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44D148-A6EE-1FF1-30EE-B05CD4E7EC31}"/>
              </a:ext>
            </a:extLst>
          </p:cNvPr>
          <p:cNvSpPr txBox="1"/>
          <p:nvPr/>
        </p:nvSpPr>
        <p:spPr>
          <a:xfrm>
            <a:off x="5902031" y="1129158"/>
            <a:ext cx="2180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git --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help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EE07FA9-31D7-4A37-86E6-4C973DD0C31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666000" y="1135181"/>
            <a:ext cx="3558848" cy="45876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CF3BC22-4020-F40C-869D-C6F2B2D69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46" y="1536377"/>
            <a:ext cx="4845776" cy="31172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EAB89CB-C18C-AA22-8843-7FB7AB645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46" y="4684118"/>
            <a:ext cx="4845776" cy="56020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AE9C938-7457-BD7E-9AF2-1B2ED91D72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46" y="5641861"/>
            <a:ext cx="3743847" cy="390580"/>
          </a:xfrm>
          <a:prstGeom prst="rect">
            <a:avLst/>
          </a:prstGeom>
        </p:spPr>
      </p:pic>
      <p:sp>
        <p:nvSpPr>
          <p:cNvPr id="23" name="TextBox 17">
            <a:extLst>
              <a:ext uri="{FF2B5EF4-FFF2-40B4-BE49-F238E27FC236}">
                <a16:creationId xmlns:a16="http://schemas.microsoft.com/office/drawing/2014/main" id="{A6776A48-A19A-505A-DD52-4CE9CF4628D4}"/>
              </a:ext>
            </a:extLst>
          </p:cNvPr>
          <p:cNvSpPr txBox="1"/>
          <p:nvPr/>
        </p:nvSpPr>
        <p:spPr>
          <a:xfrm>
            <a:off x="5902031" y="5255519"/>
            <a:ext cx="2180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git --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253047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DB5C8-BCFB-1DD0-6A6D-3E002F3CBD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zh-CN" dirty="0"/>
              <a:t>工作区，暂存区，</a:t>
            </a:r>
            <a:r>
              <a:rPr lang="zh-CN" altLang="en-US" dirty="0"/>
              <a:t>版本库（</a:t>
            </a:r>
            <a:r>
              <a:rPr lang="zh-CN" altLang="zh-CN" dirty="0"/>
              <a:t>本地仓库</a:t>
            </a:r>
            <a:r>
              <a:rPr lang="en-US" altLang="zh-CN" dirty="0"/>
              <a:t>/</a:t>
            </a:r>
            <a:r>
              <a:rPr lang="zh-CN" altLang="zh-CN" dirty="0"/>
              <a:t>远程仓库</a:t>
            </a:r>
            <a:r>
              <a:rPr lang="zh-CN" altLang="en-US" dirty="0"/>
              <a:t>）</a:t>
            </a:r>
            <a:r>
              <a:rPr lang="zh-CN" altLang="zh-CN" dirty="0"/>
              <a:t>介绍</a:t>
            </a:r>
            <a:endParaRPr lang="en-US" altLang="zh-C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3674C2-599F-856B-97EA-2DC8E6CE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简介</a:t>
            </a:r>
            <a:endParaRPr 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5E82003-2522-F2AB-6D25-629C48EF28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5999" y="1260000"/>
            <a:ext cx="10747671" cy="2607867"/>
          </a:xfrm>
        </p:spPr>
        <p:txBody>
          <a:bodyPr/>
          <a:lstStyle/>
          <a:p>
            <a:pPr lvl="0"/>
            <a:r>
              <a:rPr lang="zh-CN" altLang="zh-CN" b="1" dirty="0"/>
              <a:t>工作区：</a:t>
            </a:r>
            <a:r>
              <a:rPr lang="zh-CN" altLang="zh-CN" dirty="0"/>
              <a:t>就是在电脑里能看到的目录</a:t>
            </a:r>
            <a:r>
              <a:rPr lang="zh-CN" altLang="en-US" dirty="0"/>
              <a:t>，</a:t>
            </a:r>
            <a:r>
              <a:rPr lang="zh-CN" altLang="zh-CN" dirty="0"/>
              <a:t>在这里进行文件的创建、修改和删除操作。工作区包含了当前项目的所有文件和子目录。</a:t>
            </a:r>
          </a:p>
          <a:p>
            <a:r>
              <a:rPr lang="zh-CN" altLang="zh-CN" b="1" dirty="0"/>
              <a:t>暂存区：</a:t>
            </a:r>
            <a:r>
              <a:rPr lang="zh-CN" altLang="zh-CN" dirty="0"/>
              <a:t>英文叫</a:t>
            </a:r>
            <a:r>
              <a:rPr lang="en-US" altLang="zh-CN" dirty="0"/>
              <a:t> stage </a:t>
            </a:r>
            <a:r>
              <a:rPr lang="zh-CN" altLang="zh-CN" dirty="0"/>
              <a:t>或</a:t>
            </a:r>
            <a:r>
              <a:rPr lang="en-US" altLang="zh-CN" dirty="0"/>
              <a:t> index</a:t>
            </a:r>
            <a:r>
              <a:rPr lang="zh-CN" altLang="zh-CN" dirty="0"/>
              <a:t>。一般存放在</a:t>
            </a:r>
            <a:r>
              <a:rPr lang="en-US" altLang="zh-CN" dirty="0"/>
              <a:t> </a:t>
            </a:r>
            <a:r>
              <a:rPr lang="en-US" altLang="zh-CN" b="1" dirty="0"/>
              <a:t>.git</a:t>
            </a:r>
            <a:r>
              <a:rPr lang="en-US" altLang="zh-CN" dirty="0"/>
              <a:t> </a:t>
            </a:r>
            <a:r>
              <a:rPr lang="zh-CN" altLang="zh-CN" dirty="0"/>
              <a:t>目录下的</a:t>
            </a:r>
            <a:r>
              <a:rPr lang="en-US" altLang="zh-CN" dirty="0"/>
              <a:t> index </a:t>
            </a:r>
            <a:r>
              <a:rPr lang="zh-CN" altLang="zh-CN" dirty="0"/>
              <a:t>文件（</a:t>
            </a:r>
            <a:r>
              <a:rPr lang="en-US" altLang="zh-CN" dirty="0"/>
              <a:t>.git/index</a:t>
            </a:r>
            <a:r>
              <a:rPr lang="zh-CN" altLang="zh-CN" dirty="0"/>
              <a:t>）中，所以我们把暂存区有时也叫作索引（</a:t>
            </a:r>
            <a:r>
              <a:rPr lang="en-US" altLang="zh-CN" dirty="0"/>
              <a:t>index</a:t>
            </a:r>
            <a:r>
              <a:rPr lang="zh-CN" altLang="zh-CN" dirty="0"/>
              <a:t>）。保存了将被包括在下一个提交中的更改。你可以多次使用</a:t>
            </a:r>
            <a:r>
              <a:rPr lang="en-US" altLang="zh-CN" dirty="0"/>
              <a:t> git add </a:t>
            </a:r>
            <a:r>
              <a:rPr lang="zh-CN" altLang="zh-CN" dirty="0"/>
              <a:t>命令来将文件添加到暂存区，直到你准备好提交所有更改。</a:t>
            </a:r>
          </a:p>
          <a:p>
            <a:r>
              <a:rPr lang="zh-CN" altLang="zh-CN" b="1" dirty="0"/>
              <a:t>版本库：</a:t>
            </a:r>
            <a:r>
              <a:rPr lang="zh-CN" altLang="zh-CN" dirty="0"/>
              <a:t>包含项目的所有版本历史记录。每次提交都会在版本库中创建一个新的快照，这些快照是不可变的，确保了项目的完整历史记录。工作区有一个隐藏目录</a:t>
            </a:r>
            <a:r>
              <a:rPr lang="en-US" altLang="zh-CN" dirty="0"/>
              <a:t> </a:t>
            </a:r>
            <a:r>
              <a:rPr lang="en-US" altLang="zh-CN" b="1" dirty="0"/>
              <a:t>.git</a:t>
            </a:r>
            <a:r>
              <a:rPr lang="zh-CN" altLang="zh-CN" dirty="0"/>
              <a:t>，这个不算工作区，而是</a:t>
            </a:r>
            <a:r>
              <a:rPr lang="en-US" altLang="zh-CN" dirty="0"/>
              <a:t> Git </a:t>
            </a:r>
            <a:r>
              <a:rPr lang="zh-CN" altLang="zh-CN" dirty="0"/>
              <a:t>的版本库。</a:t>
            </a:r>
          </a:p>
          <a:p>
            <a:r>
              <a:rPr lang="zh-CN" altLang="zh-CN" dirty="0"/>
              <a:t>下面这个图展示了工作区、版本库中的暂存区和版本库之间的关系：</a:t>
            </a:r>
          </a:p>
          <a:p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F1AD76C-99F6-116F-81BB-D1C9F5CE1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858" y="3976379"/>
            <a:ext cx="5273497" cy="251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93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36E018-8298-DFCC-CEC7-B0457A2F23E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60706616"/>
              </p:ext>
            </p:extLst>
          </p:nvPr>
        </p:nvGraphicFramePr>
        <p:xfrm>
          <a:off x="666000" y="1260000"/>
          <a:ext cx="10872000" cy="5219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67957102"/>
                    </a:ext>
                  </a:extLst>
                </a:gridCol>
                <a:gridCol w="10491000">
                  <a:extLst>
                    <a:ext uri="{9D8B030D-6E8A-4147-A177-3AD203B41FA5}">
                      <a16:colId xmlns:a16="http://schemas.microsoft.com/office/drawing/2014/main" val="4282469195"/>
                    </a:ext>
                  </a:extLst>
                </a:gridCol>
              </a:tblGrid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rgbClr val="848B8E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rgbClr val="848B8E"/>
                          </a:solidFill>
                        </a:rPr>
                        <a:t>简介</a:t>
                      </a:r>
                      <a:endParaRPr lang="en-US" sz="1600" b="0" dirty="0">
                        <a:solidFill>
                          <a:srgbClr val="848B8E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57459768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600" b="1">
                          <a:solidFill>
                            <a:srgbClr val="B70032"/>
                          </a:solidFill>
                          <a:latin typeface="Wingdings 3" panose="05040102010807070707" pitchFamily="18" charset="2"/>
                        </a:rPr>
                        <a:t>u</a:t>
                      </a:r>
                    </a:p>
                  </a:txBody>
                  <a:tcPr marL="0" marR="324000" anchor="ctr" anchorCtr="1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1" dirty="0">
                          <a:solidFill>
                            <a:srgbClr val="B70032"/>
                          </a:solidFill>
                        </a:rPr>
                        <a:t>Git</a:t>
                      </a:r>
                      <a:r>
                        <a:rPr lang="zh-CN" altLang="en-US" sz="1600" b="1" dirty="0">
                          <a:solidFill>
                            <a:srgbClr val="B70032"/>
                          </a:solidFill>
                        </a:rPr>
                        <a:t>基本命令</a:t>
                      </a:r>
                      <a:endParaRPr lang="en-US" sz="1600" b="1" dirty="0">
                        <a:solidFill>
                          <a:srgbClr val="B70032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3734291727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与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GitHub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GitLab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674482049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上传一个本地项目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413639203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737763596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880308257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622438967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743442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830561708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880115918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09683132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82493818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752716164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70690112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62E841E-2A84-1DD6-2057-8BAA5247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07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83BF9-67A0-A40E-ACD0-829F5341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3D52B2-BA68-F316-9709-87C8F1FF26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rgbClr val="00B050"/>
                </a:solidFill>
              </a:rPr>
              <a:t>git clone </a:t>
            </a:r>
            <a:r>
              <a:rPr lang="en-US" altLang="zh-CN" dirty="0">
                <a:hlinkClick r:id="rId3"/>
              </a:rPr>
              <a:t>https://github.com/xiaopinghao-zaizai/TestECU.git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Download ZIP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82161-5201-C0C9-6BF8-B4D32F22A5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GitHub</a:t>
            </a:r>
            <a:r>
              <a:rPr lang="zh-CN" altLang="en-US" dirty="0"/>
              <a:t>上克隆一个仓库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666CEC-DCB2-A495-B2CF-5CDDD7B4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691981-44D4-8D31-31DA-5BA9EDB11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392" y="1205918"/>
            <a:ext cx="8105215" cy="339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96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C624-AE62-9C0C-7332-94CF8006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5672C6-E79F-26A7-CC69-13F51FBF19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r>
              <a:rPr lang="zh-CN" altLang="zh-CN" dirty="0"/>
              <a:t>配置个人用户名和邮件，每次提交时都会引用这两条信息，表示谁提交了更新。</a:t>
            </a:r>
          </a:p>
          <a:p>
            <a:endParaRPr lang="en-US" altLang="zh-CN" dirty="0"/>
          </a:p>
          <a:p>
            <a:r>
              <a:rPr lang="zh-CN" altLang="zh-CN" dirty="0"/>
              <a:t>添加配置 </a:t>
            </a:r>
          </a:p>
          <a:p>
            <a:r>
              <a:rPr lang="en-US" altLang="zh-CN" dirty="0"/>
              <a:t>git config [--local | --global | --system] user.name 'Your name' </a:t>
            </a:r>
            <a:endParaRPr lang="zh-CN" altLang="zh-CN" dirty="0"/>
          </a:p>
          <a:p>
            <a:r>
              <a:rPr lang="en-US" altLang="zh-CN" dirty="0"/>
              <a:t>git config [--local | --global | --system] </a:t>
            </a:r>
            <a:r>
              <a:rPr lang="en-US" altLang="zh-CN" dirty="0" err="1"/>
              <a:t>user.email</a:t>
            </a:r>
            <a:r>
              <a:rPr lang="en-US" altLang="zh-CN" dirty="0"/>
              <a:t> 'Your email'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zh-CN" altLang="zh-CN" dirty="0"/>
              <a:t>查看配置 </a:t>
            </a:r>
          </a:p>
          <a:p>
            <a:r>
              <a:rPr lang="en-US" altLang="zh-CN" dirty="0"/>
              <a:t>git config --list [--local | --global | --system]</a:t>
            </a:r>
            <a:endParaRPr lang="zh-CN" altLang="zh-CN" dirty="0"/>
          </a:p>
          <a:p>
            <a:endParaRPr lang="en-US" altLang="zh-CN" dirty="0"/>
          </a:p>
          <a:p>
            <a:r>
              <a:rPr lang="zh-CN" altLang="zh-CN" dirty="0"/>
              <a:t>区别 </a:t>
            </a:r>
          </a:p>
          <a:p>
            <a:r>
              <a:rPr lang="en-US" altLang="zh-CN" dirty="0"/>
              <a:t>local</a:t>
            </a:r>
            <a:r>
              <a:rPr lang="zh-CN" altLang="zh-CN" dirty="0"/>
              <a:t>：区域为本仓库（只能用在一个</a:t>
            </a:r>
            <a:r>
              <a:rPr lang="en-US" altLang="zh-CN" dirty="0"/>
              <a:t>Git</a:t>
            </a:r>
            <a:r>
              <a:rPr lang="zh-CN" altLang="zh-CN" dirty="0"/>
              <a:t>仓库里面） </a:t>
            </a:r>
          </a:p>
          <a:p>
            <a:r>
              <a:rPr lang="en-US" altLang="zh-CN" dirty="0"/>
              <a:t>global: </a:t>
            </a:r>
            <a:r>
              <a:rPr lang="zh-CN" altLang="zh-CN" dirty="0"/>
              <a:t>当前用户的所有仓库 </a:t>
            </a:r>
          </a:p>
          <a:p>
            <a:r>
              <a:rPr lang="en-US" altLang="zh-CN" dirty="0"/>
              <a:t>system: </a:t>
            </a:r>
            <a:r>
              <a:rPr lang="zh-CN" altLang="zh-CN" dirty="0"/>
              <a:t>本系统的所有用户</a:t>
            </a:r>
            <a:r>
              <a:rPr lang="en-US" altLang="zh-CN" dirty="0"/>
              <a:t>(</a:t>
            </a:r>
            <a:r>
              <a:rPr lang="zh-CN" altLang="zh-CN" dirty="0"/>
              <a:t>几乎很少用</a:t>
            </a:r>
            <a:r>
              <a:rPr lang="en-US" altLang="zh-CN" dirty="0"/>
              <a:t>)</a:t>
            </a:r>
            <a:endParaRPr lang="zh-CN" altLang="zh-CN" dirty="0"/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24116-A0B2-F035-3144-9519CC06AB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zh-CN" dirty="0"/>
              <a:t>配置个人用户名和邮件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A77F36-6C6A-96E7-C6B5-0E1C6E5D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547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9DD6D-3126-B37F-701A-AF6B6884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3CB6A1-5D09-0725-BCEF-C4C99E0EE1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r>
              <a:rPr lang="zh-CN" altLang="en-US" dirty="0"/>
              <a:t>指定 </a:t>
            </a:r>
            <a:r>
              <a:rPr lang="en-US" altLang="zh-CN" dirty="0"/>
              <a:t>Git </a:t>
            </a:r>
            <a:r>
              <a:rPr lang="zh-CN" altLang="en-US" dirty="0"/>
              <a:t>在写提交信息（</a:t>
            </a:r>
            <a:r>
              <a:rPr lang="en-US" altLang="zh-CN" dirty="0"/>
              <a:t>commit message</a:t>
            </a:r>
            <a:r>
              <a:rPr lang="zh-CN" altLang="en-US" dirty="0"/>
              <a:t>）、</a:t>
            </a:r>
            <a:r>
              <a:rPr lang="en-US" altLang="zh-CN" dirty="0"/>
              <a:t>rebase</a:t>
            </a:r>
            <a:r>
              <a:rPr lang="zh-CN" altLang="en-US" dirty="0"/>
              <a:t>、</a:t>
            </a:r>
            <a:r>
              <a:rPr lang="en-US" altLang="zh-CN" dirty="0"/>
              <a:t>merge </a:t>
            </a:r>
            <a:r>
              <a:rPr lang="zh-CN" altLang="en-US" dirty="0"/>
              <a:t>时用哪个文本编辑器。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查看当前 </a:t>
            </a:r>
            <a:r>
              <a:rPr lang="en-US" altLang="zh-CN" dirty="0"/>
              <a:t>Git </a:t>
            </a:r>
            <a:r>
              <a:rPr lang="zh-CN" altLang="en-US" dirty="0"/>
              <a:t>使用的编辑器</a:t>
            </a:r>
            <a:endParaRPr lang="en-US" altLang="zh-CN" dirty="0"/>
          </a:p>
          <a:p>
            <a:r>
              <a:rPr lang="en-US" altLang="zh-CN" dirty="0"/>
              <a:t>git config --global </a:t>
            </a:r>
            <a:r>
              <a:rPr lang="en-US" altLang="zh-CN" dirty="0" err="1"/>
              <a:t>core.editor</a:t>
            </a:r>
            <a:r>
              <a:rPr lang="en-US" altLang="zh-CN" dirty="0"/>
              <a:t> </a:t>
            </a:r>
          </a:p>
          <a:p>
            <a:endParaRPr lang="en-US" altLang="zh-CN" dirty="0"/>
          </a:p>
          <a:p>
            <a:r>
              <a:rPr lang="zh-CN" altLang="en-US" dirty="0"/>
              <a:t>设置 </a:t>
            </a:r>
            <a:r>
              <a:rPr lang="en-US" altLang="zh-CN" dirty="0"/>
              <a:t>VS Code</a:t>
            </a:r>
            <a:r>
              <a:rPr lang="zh-CN" altLang="en-US" dirty="0"/>
              <a:t>（最推荐 👍）</a:t>
            </a:r>
            <a:endParaRPr lang="en-US" altLang="zh-CN" dirty="0"/>
          </a:p>
          <a:p>
            <a:r>
              <a:rPr lang="en-US" altLang="zh-CN" dirty="0"/>
              <a:t>git config --global </a:t>
            </a:r>
            <a:r>
              <a:rPr lang="en-US" altLang="zh-CN" dirty="0" err="1"/>
              <a:t>core.editor</a:t>
            </a:r>
            <a:r>
              <a:rPr lang="en-US" altLang="zh-CN" dirty="0"/>
              <a:t> "code --wait“</a:t>
            </a:r>
          </a:p>
          <a:p>
            <a:r>
              <a:rPr lang="zh-CN" altLang="en-US" dirty="0"/>
              <a:t>说明：</a:t>
            </a:r>
            <a:r>
              <a:rPr lang="en-US" altLang="zh-CN" dirty="0"/>
              <a:t>--wait </a:t>
            </a:r>
            <a:r>
              <a:rPr lang="zh-CN" altLang="en-US" dirty="0"/>
              <a:t>很重要：不加 </a:t>
            </a:r>
            <a:r>
              <a:rPr lang="en-US" altLang="zh-CN" dirty="0"/>
              <a:t>Git </a:t>
            </a:r>
            <a:r>
              <a:rPr lang="zh-CN" altLang="en-US" dirty="0"/>
              <a:t>会以为你已经编辑完了</a:t>
            </a:r>
            <a:endParaRPr lang="zh-CN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区别 </a:t>
            </a:r>
          </a:p>
          <a:p>
            <a:r>
              <a:rPr lang="en-US" altLang="zh-CN" dirty="0"/>
              <a:t>local</a:t>
            </a:r>
            <a:r>
              <a:rPr lang="zh-CN" altLang="zh-CN" dirty="0"/>
              <a:t>：区域为本仓库（只能用在一个</a:t>
            </a:r>
            <a:r>
              <a:rPr lang="en-US" altLang="zh-CN" dirty="0"/>
              <a:t>Git</a:t>
            </a:r>
            <a:r>
              <a:rPr lang="zh-CN" altLang="zh-CN" dirty="0"/>
              <a:t>仓库里面） </a:t>
            </a:r>
          </a:p>
          <a:p>
            <a:r>
              <a:rPr lang="en-US" altLang="zh-CN" dirty="0"/>
              <a:t>global: </a:t>
            </a:r>
            <a:r>
              <a:rPr lang="zh-CN" altLang="zh-CN" dirty="0"/>
              <a:t>当前用户的所有仓库 </a:t>
            </a:r>
          </a:p>
          <a:p>
            <a:r>
              <a:rPr lang="en-US" altLang="zh-CN" dirty="0"/>
              <a:t>system: </a:t>
            </a:r>
            <a:r>
              <a:rPr lang="zh-CN" altLang="zh-CN" dirty="0"/>
              <a:t>本系统的所有用户</a:t>
            </a:r>
            <a:r>
              <a:rPr lang="en-US" altLang="zh-CN" dirty="0"/>
              <a:t>(</a:t>
            </a:r>
            <a:r>
              <a:rPr lang="zh-CN" altLang="zh-CN" dirty="0"/>
              <a:t>几乎很少用</a:t>
            </a:r>
            <a:r>
              <a:rPr lang="en-US" altLang="zh-CN" dirty="0"/>
              <a:t>)</a:t>
            </a:r>
            <a:endParaRPr lang="zh-CN" altLang="zh-CN" dirty="0"/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46FEE-2EB3-E340-93F0-5AB8F8DE93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zh-CN" dirty="0"/>
              <a:t>配置</a:t>
            </a:r>
            <a:r>
              <a:rPr lang="zh-CN" altLang="en-US" dirty="0"/>
              <a:t>编辑器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BDB0E1-9068-D1B2-4B21-565FDAFA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4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36AA7-717A-1881-5F61-65F4C461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86A941-0A53-666B-1E8F-A5DC1A9F3F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960813"/>
          </a:xfrm>
        </p:spPr>
        <p:txBody>
          <a:bodyPr/>
          <a:lstStyle/>
          <a:p>
            <a:r>
              <a:rPr lang="zh-CN" altLang="en-US" dirty="0"/>
              <a:t>在提交了若干更新，又或者克隆了某个项目之后，查看文件的历史提交记录：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查看某个文件的所有改动记录和详情</a:t>
            </a:r>
            <a:endParaRPr lang="en-US" altLang="zh-CN" dirty="0"/>
          </a:p>
          <a:p>
            <a:r>
              <a:rPr lang="en-US" altLang="zh-CN" dirty="0"/>
              <a:t> git log –-name-only “file-Name” </a:t>
            </a:r>
            <a:r>
              <a:rPr lang="zh-CN" altLang="en-US" dirty="0"/>
              <a:t>或者 </a:t>
            </a:r>
            <a:r>
              <a:rPr lang="en-US" altLang="zh-CN" dirty="0"/>
              <a:t>git blame “file-name”</a:t>
            </a:r>
          </a:p>
          <a:p>
            <a:endParaRPr lang="en-US" altLang="zh-CN" dirty="0"/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r>
              <a:rPr lang="en-US" altLang="zh-CN" dirty="0"/>
              <a:t>2. </a:t>
            </a:r>
            <a:r>
              <a:rPr lang="zh-CN" altLang="en-US" dirty="0"/>
              <a:t>查看某个用户的所有提交记录</a:t>
            </a:r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53235-5607-B220-EE43-E9B6A0A427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git log</a:t>
            </a:r>
            <a:r>
              <a:rPr lang="zh-CN" altLang="en-US" dirty="0"/>
              <a:t>查看提交历史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7AA7A7-40FA-750B-E680-5CFE9C1A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2C7BEE-30CB-7390-73E9-7C381ECBF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49" y="2094813"/>
            <a:ext cx="7116168" cy="22928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022016-CB14-5030-DB9B-12B1ED2B81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0057"/>
          <a:stretch>
            <a:fillRect/>
          </a:stretch>
        </p:blipFill>
        <p:spPr>
          <a:xfrm>
            <a:off x="915549" y="4780417"/>
            <a:ext cx="5420481" cy="206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0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54E39-4A51-96BB-4004-F6104BE9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B7F634-D302-15CE-1E76-84A12D1D34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3999"/>
            <a:ext cx="10872000" cy="5768606"/>
          </a:xfrm>
        </p:spPr>
        <p:txBody>
          <a:bodyPr/>
          <a:lstStyle/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使用 </a:t>
            </a:r>
            <a:r>
              <a:rPr lang="en-US" sz="16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git status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命令查看到的几个常见的状态</a:t>
            </a:r>
            <a:endParaRPr lang="en-US" altLang="zh-CN" sz="160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状态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：文件夹不是一个仓库</a:t>
            </a:r>
            <a:endParaRPr lang="en-US" altLang="zh-CN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br>
              <a:rPr lang="zh-CN" altLang="en-US" sz="16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lang="en-US" altLang="zh-CN" sz="160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>
              <a:buNone/>
            </a:pPr>
            <a:endParaRPr lang="en-US" altLang="zh-CN" sz="16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状态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不需要任何提交（</a:t>
            </a:r>
            <a:r>
              <a:rPr lang="zh-CN" altLang="en-US" dirty="0"/>
              <a:t>工作区 </a:t>
            </a:r>
            <a:r>
              <a:rPr lang="en-US" altLang="zh-CN" dirty="0"/>
              <a:t>= </a:t>
            </a:r>
            <a:r>
              <a:rPr lang="zh-CN" altLang="en-US" dirty="0"/>
              <a:t>暂存区 </a:t>
            </a:r>
            <a:r>
              <a:rPr lang="en-US" altLang="zh-CN" dirty="0"/>
              <a:t>= </a:t>
            </a:r>
            <a:r>
              <a:rPr lang="zh-CN" altLang="en-US" dirty="0"/>
              <a:t>仓库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）</a:t>
            </a:r>
            <a:endParaRPr lang="zh-CN" altLang="en-US" sz="160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br>
              <a:rPr lang="en-US" sz="16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lang="en-US" sz="16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None/>
            </a:pPr>
            <a:endParaRPr lang="en-US" altLang="zh-CN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A70FB-DCDF-F4B0-4206-AFE2A6F53B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查看当前仓库的状态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BCFA9-93A2-93DB-D926-3A404F73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5076025-F174-BD21-2DFC-953810C25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00" y="2275079"/>
            <a:ext cx="7840169" cy="4953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0216CD6-E8C2-66E6-F9BF-2D750ED1D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00" y="3816618"/>
            <a:ext cx="5587843" cy="74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18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3BCF-35C0-5328-D52F-E88912E4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1E9115-BF97-1D08-1D0A-115F998197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3999"/>
            <a:ext cx="10872000" cy="5768606"/>
          </a:xfrm>
        </p:spPr>
        <p:txBody>
          <a:bodyPr/>
          <a:lstStyle/>
          <a:p>
            <a:pPr marL="0" indent="0" algn="l" rtl="0" eaLnBrk="1" latinLnBrk="0" hangingPunct="1">
              <a:spcBef>
                <a:spcPts val="800"/>
              </a:spcBef>
              <a:buNone/>
            </a:pP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状态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3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Untracked files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（有未被 </a:t>
            </a:r>
            <a:r>
              <a:rPr 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Git 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跟踪的文件）</a:t>
            </a:r>
            <a:endParaRPr lang="en-US" altLang="zh-CN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br>
              <a:rPr lang="en-US" sz="16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状态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4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：已暂存，未提交（</a:t>
            </a:r>
            <a:r>
              <a:rPr 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add 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了但没 </a:t>
            </a:r>
            <a:r>
              <a:rPr 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commit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）</a:t>
            </a:r>
            <a:endParaRPr lang="en-US" sz="16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None/>
            </a:pPr>
            <a:endParaRPr lang="en-US" altLang="zh-CN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None/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状态 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4" charset="0"/>
              </a:rPr>
              <a:t>5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4" charset="0"/>
              </a:rPr>
              <a:t>Modified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已修改，未暂存（修改了但没 </a:t>
            </a:r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4" charset="0"/>
              </a:rPr>
              <a:t>add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）</a:t>
            </a:r>
            <a:endParaRPr lang="en-US" altLang="zh-CN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rtl="0" eaLnBrk="1" latinLnBrk="0" hangingPunct="1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4FFF0-74C9-9332-A600-D52DE27CCC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查看当前仓库的状态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6D5DC4-D412-4169-0703-A381108D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97F1EAD-EE73-434B-4017-E83878144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00" y="1312578"/>
            <a:ext cx="5702989" cy="128301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6E896DC-B077-D6EE-BED9-D39B5D95E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00" y="2950284"/>
            <a:ext cx="6162163" cy="13121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C4A5BF6-B245-1053-ED29-4F892E386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00" y="4706738"/>
            <a:ext cx="6673693" cy="18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81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EAC3-F705-B4A8-B5B5-6A6A5478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354619-6B0E-1240-B557-FD54D820A2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git add </a:t>
            </a:r>
            <a:r>
              <a:rPr lang="zh-CN" altLang="en-US" dirty="0"/>
              <a:t>命令将工作区中的修改添加到暂存区。</a:t>
            </a:r>
          </a:p>
          <a:p>
            <a:r>
              <a:rPr lang="en-US" altLang="zh-CN" dirty="0"/>
              <a:t>git add filename</a:t>
            </a:r>
          </a:p>
          <a:p>
            <a:r>
              <a:rPr lang="zh-CN" altLang="en-US" dirty="0"/>
              <a:t>命令	                          含义</a:t>
            </a:r>
          </a:p>
          <a:p>
            <a:r>
              <a:rPr lang="en-US" altLang="zh-CN" dirty="0"/>
              <a:t>git add &lt;file&gt;	    </a:t>
            </a:r>
            <a:r>
              <a:rPr lang="zh-CN" altLang="en-US" dirty="0"/>
              <a:t>只添加指定文件</a:t>
            </a:r>
          </a:p>
          <a:p>
            <a:r>
              <a:rPr lang="en-US" altLang="zh-CN" dirty="0"/>
              <a:t>git add .	                 </a:t>
            </a:r>
            <a:r>
              <a:rPr lang="zh-CN" altLang="en-US" dirty="0"/>
              <a:t>添加当前目录及子目录所有改动</a:t>
            </a:r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81398-F90A-86D1-E491-BB32318960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工作区 </a:t>
            </a:r>
            <a:r>
              <a:rPr lang="en-US" altLang="zh-CN" dirty="0"/>
              <a:t>-&gt; </a:t>
            </a:r>
            <a:r>
              <a:rPr lang="zh-CN" altLang="en-US" dirty="0"/>
              <a:t>暂存区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33793D-0DD1-C1FD-6CBC-96F551ED3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01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B3285-FC8F-219A-C266-29BC2B17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7228C0-2DE5-A96A-467F-6A3CF975E8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git commit </a:t>
            </a:r>
            <a:r>
              <a:rPr lang="zh-CN" altLang="en-US" dirty="0"/>
              <a:t>命令将暂存区中的修改提交到版本库。</a:t>
            </a:r>
            <a:endParaRPr lang="en-US" altLang="zh-CN" dirty="0"/>
          </a:p>
          <a:p>
            <a:r>
              <a:rPr lang="en-US" altLang="zh-CN" dirty="0"/>
              <a:t>git commit -m "Commit message"</a:t>
            </a:r>
            <a:endParaRPr lang="zh-CN" altLang="zh-CN" dirty="0"/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A0E91-E5F7-55B3-E4F6-44C705CCA1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暂存区 </a:t>
            </a:r>
            <a:r>
              <a:rPr lang="en-US" altLang="zh-CN" dirty="0"/>
              <a:t>-&gt; </a:t>
            </a:r>
            <a:r>
              <a:rPr lang="zh-CN" altLang="en-US" dirty="0"/>
              <a:t>版本库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EB06FD-DD5A-7416-74DD-FF31BF81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62AF54-AC37-A0A3-3A61-C8FD72CA2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00" y="1741425"/>
            <a:ext cx="8268965" cy="462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8D36-DADB-FA10-CCCD-F890B0A88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FACB86-5181-110F-E20A-FAAE313614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r>
              <a:rPr lang="zh-CN" altLang="zh-CN" dirty="0"/>
              <a:t>将本地提交推送到远程仓库：</a:t>
            </a:r>
          </a:p>
          <a:p>
            <a:r>
              <a:rPr lang="en-US" altLang="zh-CN" dirty="0"/>
              <a:t>git push origin main</a:t>
            </a:r>
            <a:r>
              <a:rPr lang="zh-CN" altLang="zh-CN" dirty="0"/>
              <a:t>（或者</a:t>
            </a:r>
            <a:r>
              <a:rPr lang="en-US" altLang="zh-CN" dirty="0"/>
              <a:t>master</a:t>
            </a:r>
            <a:r>
              <a:rPr lang="zh-CN" altLang="zh-CN" dirty="0"/>
              <a:t>）</a:t>
            </a:r>
            <a:endParaRPr lang="en-US" altLang="zh-CN" dirty="0"/>
          </a:p>
          <a:p>
            <a:endParaRPr lang="zh-CN" altLang="zh-CN" dirty="0"/>
          </a:p>
          <a:p>
            <a:endParaRPr lang="zh-CN" altLang="zh-CN" dirty="0"/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E51FD-17B4-FF13-AF7F-49DACC0AF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本地仓库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远程仓库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3A961C-D333-558E-13F3-2B35D290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FAB57D-20C8-6761-8CE3-A179793B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979" y="1667192"/>
            <a:ext cx="6945176" cy="463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4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22683-1BA3-1AB0-C4EB-A9173D63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3A0207-D202-1158-C87C-63340877A1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git pull </a:t>
            </a:r>
            <a:r>
              <a:rPr lang="zh-CN" altLang="en-US" dirty="0"/>
              <a:t>或 </a:t>
            </a:r>
            <a:r>
              <a:rPr lang="en-US" altLang="zh-CN" dirty="0"/>
              <a:t>git fetch </a:t>
            </a:r>
            <a:r>
              <a:rPr lang="zh-CN" altLang="en-US" dirty="0"/>
              <a:t>命令从远程仓库获取更新。</a:t>
            </a:r>
          </a:p>
          <a:p>
            <a:r>
              <a:rPr lang="en-US" altLang="zh-CN" dirty="0"/>
              <a:t>git pull origin branch-name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69C5F-1D0B-78F0-6F29-326EB22F28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将远程仓库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本地</a:t>
            </a:r>
            <a:r>
              <a:rPr lang="zh-CN" altLang="en-US" dirty="0"/>
              <a:t>仓库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6EE513-F19E-50A6-CD1F-22AE3392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9004C1-E680-ED1A-A41F-A778D0A22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00" y="1866841"/>
            <a:ext cx="10404916" cy="123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95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88F31-EEE9-4211-FFEE-B917D40B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4E5A23-74B6-4903-496E-E8575F7ED5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r>
              <a:rPr lang="zh-CN" altLang="en-US" dirty="0"/>
              <a:t>分支：</a:t>
            </a:r>
            <a:endParaRPr lang="en-US" altLang="zh-CN" dirty="0"/>
          </a:p>
          <a:p>
            <a:r>
              <a:rPr lang="zh-CN" altLang="zh-CN" dirty="0"/>
              <a:t>新建分支</a:t>
            </a:r>
          </a:p>
          <a:p>
            <a:r>
              <a:rPr lang="en-US" altLang="zh-CN" dirty="0"/>
              <a:t>git branch </a:t>
            </a:r>
            <a:r>
              <a:rPr lang="zh-CN" altLang="zh-CN" dirty="0"/>
              <a:t>分支名</a:t>
            </a:r>
            <a:r>
              <a:rPr lang="en-US" altLang="zh-CN" dirty="0"/>
              <a:t>      </a:t>
            </a:r>
            <a:r>
              <a:rPr lang="zh-CN" altLang="zh-CN" dirty="0"/>
              <a:t>新建分支</a:t>
            </a:r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CB51A-F788-3194-1CC1-F2BE91A2C4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分支：新建分支，查看分支，删除分支和切换分支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FA7BA2-C5B5-FC4B-F28E-9F027EBA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2DEF5A-4633-288D-487A-7D471FD3C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00" y="3143490"/>
            <a:ext cx="8937674" cy="172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64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F06D-EEE9-D412-5120-DAAB569A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D9F800-3D41-F11F-FDD7-AD982E6DF9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查看分支</a:t>
            </a:r>
          </a:p>
          <a:p>
            <a:r>
              <a:rPr lang="en-US" altLang="zh-CN" dirty="0"/>
              <a:t>git branch -av    </a:t>
            </a:r>
            <a:r>
              <a:rPr lang="zh-CN" altLang="en-US" dirty="0"/>
              <a:t>查看本地和远程的分支</a:t>
            </a:r>
          </a:p>
          <a:p>
            <a:r>
              <a:rPr lang="en-US" altLang="zh-CN" dirty="0"/>
              <a:t>git branch -v     </a:t>
            </a:r>
            <a:r>
              <a:rPr lang="zh-CN" altLang="en-US" dirty="0"/>
              <a:t>查看本地分支</a:t>
            </a:r>
          </a:p>
          <a:p>
            <a:r>
              <a:rPr lang="en-US" altLang="zh-CN" dirty="0"/>
              <a:t>git branch -r     </a:t>
            </a:r>
            <a:r>
              <a:rPr lang="zh-CN" altLang="en-US" dirty="0"/>
              <a:t>查看远程分支</a:t>
            </a:r>
          </a:p>
          <a:p>
            <a:endParaRPr lang="zh-CN" altLang="zh-CN" dirty="0"/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09E8C-43F7-DBA7-BFED-94B09E06A2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分支：新建分支，查看分支，删除分支和切换分支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9E52F2-19C7-D074-AB01-7536783A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4B5F82-5DE7-582B-A622-8913B50AC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63" y="2710782"/>
            <a:ext cx="8937674" cy="172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31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09E50-0B39-C83B-59BC-181B7905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083E86-553A-9610-CA24-3470F8FA6A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r>
              <a:rPr lang="zh-CN" altLang="en-US" dirty="0"/>
              <a:t>删除分支</a:t>
            </a:r>
            <a:endParaRPr lang="en-US" altLang="zh-CN" dirty="0"/>
          </a:p>
          <a:p>
            <a:r>
              <a:rPr lang="zh-CN" altLang="zh-CN" dirty="0"/>
              <a:t>删除本地分支</a:t>
            </a:r>
            <a:r>
              <a:rPr lang="en-US" altLang="zh-CN" dirty="0"/>
              <a:t>	git branch -d dev</a:t>
            </a:r>
            <a:endParaRPr lang="zh-CN" altLang="zh-CN" dirty="0"/>
          </a:p>
          <a:p>
            <a:r>
              <a:rPr lang="zh-CN" altLang="zh-CN" dirty="0"/>
              <a:t>强制删除本地</a:t>
            </a:r>
            <a:r>
              <a:rPr lang="en-US" altLang="zh-CN" dirty="0"/>
              <a:t>	git branch -D dev</a:t>
            </a:r>
            <a:endParaRPr lang="zh-CN" altLang="zh-CN" dirty="0"/>
          </a:p>
          <a:p>
            <a:r>
              <a:rPr lang="zh-CN" altLang="zh-CN" dirty="0"/>
              <a:t>删除远程分支</a:t>
            </a:r>
            <a:r>
              <a:rPr lang="en-US" altLang="zh-CN" dirty="0"/>
              <a:t>	git push origin --delete dev</a:t>
            </a:r>
            <a:endParaRPr lang="zh-CN" altLang="zh-CN" dirty="0"/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CBE33-E45F-3E66-CEF1-260D634AEB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分支：新建分支，查看分支，删除分支和切换分支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13D733-0A21-98AD-85DE-1359640F6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2A3DD9-D144-497D-52FA-978B4D6FC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93" y="2547483"/>
            <a:ext cx="8111932" cy="266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7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B95CB-74DC-7FD3-1A65-AE509DA1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3CAE7D-FB85-14A7-BD19-46E2977D02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000" y="1044000"/>
            <a:ext cx="10872000" cy="5445700"/>
          </a:xfrm>
        </p:spPr>
        <p:txBody>
          <a:bodyPr/>
          <a:lstStyle/>
          <a:p>
            <a:r>
              <a:rPr lang="zh-CN" altLang="zh-CN" dirty="0"/>
              <a:t>切换分支</a:t>
            </a:r>
          </a:p>
          <a:p>
            <a:r>
              <a:rPr lang="en-US" altLang="zh-CN" dirty="0"/>
              <a:t>1.</a:t>
            </a:r>
            <a:r>
              <a:rPr lang="zh-CN" altLang="zh-CN" dirty="0"/>
              <a:t>切换到已有分支</a:t>
            </a:r>
          </a:p>
          <a:p>
            <a:r>
              <a:rPr lang="zh-CN" altLang="zh-CN" dirty="0"/>
              <a:t>旧写法：</a:t>
            </a:r>
            <a:r>
              <a:rPr lang="en-US" altLang="zh-CN" dirty="0"/>
              <a:t>git checkout </a:t>
            </a:r>
            <a:r>
              <a:rPr lang="zh-CN" altLang="zh-CN" dirty="0"/>
              <a:t>分支名</a:t>
            </a:r>
          </a:p>
          <a:p>
            <a:r>
              <a:rPr lang="zh-CN" altLang="zh-CN" dirty="0"/>
              <a:t>新写法：</a:t>
            </a:r>
            <a:r>
              <a:rPr lang="en-US" altLang="zh-CN" dirty="0"/>
              <a:t>git switch </a:t>
            </a:r>
            <a:r>
              <a:rPr lang="zh-CN" altLang="zh-CN" dirty="0"/>
              <a:t>分支名</a:t>
            </a:r>
          </a:p>
          <a:p>
            <a:r>
              <a:rPr lang="en-US" altLang="zh-CN" dirty="0"/>
              <a:t>2.</a:t>
            </a:r>
            <a:r>
              <a:rPr lang="zh-CN" altLang="zh-CN" dirty="0"/>
              <a:t>切换并创建新分支</a:t>
            </a:r>
          </a:p>
          <a:p>
            <a:r>
              <a:rPr lang="en-US" altLang="zh-CN" dirty="0"/>
              <a:t>git checkout -b </a:t>
            </a:r>
            <a:r>
              <a:rPr lang="zh-CN" altLang="zh-CN" dirty="0"/>
              <a:t>新分支名</a:t>
            </a:r>
          </a:p>
          <a:p>
            <a:r>
              <a:rPr lang="en-US" altLang="zh-CN" dirty="0"/>
              <a:t>git switch -c </a:t>
            </a:r>
            <a:r>
              <a:rPr lang="zh-CN" altLang="zh-CN" dirty="0"/>
              <a:t>新分支名</a:t>
            </a:r>
          </a:p>
          <a:p>
            <a:endParaRPr lang="en-US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C9016-430D-707C-C6C9-21D3005E0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分支：新建分支，查看分支，删除分支和切换分支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8334D3-1971-2EEC-5ED2-F25DAA88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基本命令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9374DF-D112-5CE0-1E44-0BECFFBC1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661" y="1313699"/>
            <a:ext cx="8156773" cy="423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29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C17B87-6EA8-674E-E7A8-7F30FD6A9AB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04583953"/>
              </p:ext>
            </p:extLst>
          </p:nvPr>
        </p:nvGraphicFramePr>
        <p:xfrm>
          <a:off x="666000" y="1260000"/>
          <a:ext cx="10872000" cy="5219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795977196"/>
                    </a:ext>
                  </a:extLst>
                </a:gridCol>
                <a:gridCol w="10491000">
                  <a:extLst>
                    <a:ext uri="{9D8B030D-6E8A-4147-A177-3AD203B41FA5}">
                      <a16:colId xmlns:a16="http://schemas.microsoft.com/office/drawing/2014/main" val="3358051621"/>
                    </a:ext>
                  </a:extLst>
                </a:gridCol>
              </a:tblGrid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rgbClr val="848B8E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rgbClr val="848B8E"/>
                          </a:solidFill>
                        </a:rPr>
                        <a:t>简介</a:t>
                      </a:r>
                      <a:endParaRPr lang="en-US" altLang="zh-CN" sz="1600" b="0" dirty="0">
                        <a:solidFill>
                          <a:srgbClr val="848B8E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3502210683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rgbClr val="848B8E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rgbClr val="848B8E"/>
                          </a:solidFill>
                        </a:rPr>
                        <a:t>基本命令</a:t>
                      </a:r>
                      <a:endParaRPr lang="en-US" sz="1600" b="0" dirty="0">
                        <a:solidFill>
                          <a:srgbClr val="848B8E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681983179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600" b="1">
                          <a:solidFill>
                            <a:srgbClr val="B70032"/>
                          </a:solidFill>
                          <a:latin typeface="Wingdings 3" panose="05040102010807070707" pitchFamily="18" charset="2"/>
                        </a:rPr>
                        <a:t>u</a:t>
                      </a:r>
                    </a:p>
                  </a:txBody>
                  <a:tcPr marL="0" marR="324000" anchor="ctr" anchorCtr="1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1" dirty="0">
                          <a:solidFill>
                            <a:srgbClr val="B70032"/>
                          </a:solidFill>
                        </a:rPr>
                        <a:t>Git</a:t>
                      </a:r>
                      <a:r>
                        <a:rPr lang="zh-CN" altLang="en-US" sz="1600" b="1" dirty="0">
                          <a:solidFill>
                            <a:srgbClr val="B70032"/>
                          </a:solidFill>
                        </a:rPr>
                        <a:t>与</a:t>
                      </a:r>
                      <a:r>
                        <a:rPr lang="en-US" altLang="zh-CN" sz="1600" b="1" dirty="0">
                          <a:solidFill>
                            <a:srgbClr val="B70032"/>
                          </a:solidFill>
                        </a:rPr>
                        <a:t>GitHub</a:t>
                      </a:r>
                      <a:r>
                        <a:rPr lang="zh-CN" altLang="en-US" sz="1600" b="1" dirty="0">
                          <a:solidFill>
                            <a:srgbClr val="B70032"/>
                          </a:solidFill>
                        </a:rPr>
                        <a:t>，</a:t>
                      </a:r>
                      <a:r>
                        <a:rPr lang="en-US" altLang="zh-CN" sz="1600" b="1" dirty="0">
                          <a:solidFill>
                            <a:srgbClr val="B70032"/>
                          </a:solidFill>
                        </a:rPr>
                        <a:t>GitLab</a:t>
                      </a:r>
                      <a:endParaRPr lang="en-US" sz="1600" b="1" dirty="0">
                        <a:solidFill>
                          <a:srgbClr val="B70032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253087438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上传一个本地项目</a:t>
                      </a:r>
                      <a:endParaRPr lang="en-US" altLang="zh-CN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3734104571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541169191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4022163614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4288045285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800732783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10735995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262160064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83140047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30620170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176105782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5961120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AE1B312-15D0-4955-A283-0E1F0F0B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7503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1F89-1C4D-FE0A-8F01-2A019803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74C47-E02F-40D2-57C4-82A8EF4B46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工具支持情况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3F135A-85F4-2C4E-76A5-A2591BB14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与</a:t>
            </a:r>
            <a:r>
              <a:rPr lang="en-US" altLang="zh-CN" dirty="0"/>
              <a:t>GitHub</a:t>
            </a:r>
            <a:r>
              <a:rPr lang="zh-CN" altLang="en-US" dirty="0"/>
              <a:t>，</a:t>
            </a:r>
            <a:r>
              <a:rPr lang="en-US" altLang="zh-CN" dirty="0"/>
              <a:t>GitLab</a:t>
            </a:r>
            <a:endParaRPr 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3B6F2038-EDB9-9474-DE97-5B0F77A6593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6096000" y="1877173"/>
            <a:ext cx="5003182" cy="348133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1AE220E-3ECA-9BCC-0265-9AFDC93B064B}"/>
              </a:ext>
            </a:extLst>
          </p:cNvPr>
          <p:cNvSpPr txBox="1"/>
          <p:nvPr/>
        </p:nvSpPr>
        <p:spPr>
          <a:xfrm>
            <a:off x="665999" y="1211580"/>
            <a:ext cx="5883391" cy="369189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dirty="0">
                <a:latin typeface="+mn-lt"/>
              </a:rPr>
              <a:t>Git:</a:t>
            </a:r>
            <a:r>
              <a:rPr lang="zh-CN" altLang="en-US" sz="1600" dirty="0"/>
              <a:t>版本控制系统，用于记录代码的每一个改动</a:t>
            </a:r>
            <a:endParaRPr lang="en-US" altLang="zh-CN" sz="1600" dirty="0"/>
          </a:p>
          <a:p>
            <a:r>
              <a:rPr lang="en-US" altLang="zh-CN" sz="1600" dirty="0">
                <a:latin typeface="+mn-lt"/>
              </a:rPr>
              <a:t>GitHub/GitLab:</a:t>
            </a:r>
            <a:r>
              <a:rPr lang="zh-CN" altLang="en-US" sz="1600" dirty="0">
                <a:latin typeface="+mn-lt"/>
              </a:rPr>
              <a:t>代码托管平台，用于云端存放</a:t>
            </a:r>
            <a:r>
              <a:rPr lang="zh-CN" altLang="en-US" sz="1600" dirty="0"/>
              <a:t>、同步</a:t>
            </a:r>
            <a:r>
              <a:rPr lang="zh-CN" altLang="en-US" sz="1600" dirty="0">
                <a:latin typeface="+mn-lt"/>
              </a:rPr>
              <a:t>代码版本库</a:t>
            </a:r>
            <a:endParaRPr lang="en-US" altLang="zh-CN" sz="1600" dirty="0">
              <a:latin typeface="+mn-lt"/>
            </a:endParaRPr>
          </a:p>
          <a:p>
            <a:r>
              <a:rPr lang="en-US" altLang="zh-CN" sz="1600" dirty="0"/>
              <a:t>GitHub/GitLab</a:t>
            </a:r>
            <a:r>
              <a:rPr lang="zh-CN" altLang="en-US" sz="1600" dirty="0"/>
              <a:t>的功能：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en-US" altLang="zh-CN" sz="1600" dirty="0"/>
              <a:t>Pull Request / Merge Request</a:t>
            </a:r>
          </a:p>
          <a:p>
            <a:pPr marL="342900" indent="-342900">
              <a:buAutoNum type="arabicPeriod"/>
            </a:pPr>
            <a:r>
              <a:rPr lang="zh-CN" altLang="en-US" sz="1600" dirty="0"/>
              <a:t>代码审核</a:t>
            </a:r>
            <a:endParaRPr lang="en-US" altLang="zh-CN" sz="1600" dirty="0">
              <a:latin typeface="+mn-lt"/>
            </a:endParaRPr>
          </a:p>
          <a:p>
            <a:pPr marL="342900" indent="-342900">
              <a:buAutoNum type="arabicPeriod"/>
            </a:pPr>
            <a:r>
              <a:rPr lang="zh-CN" altLang="en-US" sz="1600" dirty="0"/>
              <a:t>权限管理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自动化测试、部署，发布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可视化的</a:t>
            </a:r>
            <a:r>
              <a:rPr lang="en-US" altLang="zh-CN" sz="1600" dirty="0"/>
              <a:t>Web</a:t>
            </a:r>
            <a:r>
              <a:rPr lang="zh-CN" altLang="en-US" sz="1600" dirty="0"/>
              <a:t>界面</a:t>
            </a:r>
            <a:endParaRPr lang="en-US" altLang="zh-CN" sz="1600" dirty="0"/>
          </a:p>
          <a:p>
            <a:pPr marL="342900" indent="-342900">
              <a:buAutoNum type="arabicPeriod"/>
            </a:pPr>
            <a:endParaRPr lang="zh-CN" alt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4466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AE5F-4D98-F29E-CAD1-A72EC3CD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FF7D0F-9216-0579-EAE7-BC7BC2C730C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13904417"/>
              </p:ext>
            </p:extLst>
          </p:nvPr>
        </p:nvGraphicFramePr>
        <p:xfrm>
          <a:off x="666000" y="1260000"/>
          <a:ext cx="10872000" cy="5219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860534683"/>
                    </a:ext>
                  </a:extLst>
                </a:gridCol>
                <a:gridCol w="10491000">
                  <a:extLst>
                    <a:ext uri="{9D8B030D-6E8A-4147-A177-3AD203B41FA5}">
                      <a16:colId xmlns:a16="http://schemas.microsoft.com/office/drawing/2014/main" val="2551255303"/>
                    </a:ext>
                  </a:extLst>
                </a:gridCol>
              </a:tblGrid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rgbClr val="848B8E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rgbClr val="848B8E"/>
                          </a:solidFill>
                        </a:rPr>
                        <a:t>简介</a:t>
                      </a:r>
                      <a:endParaRPr lang="en-US" altLang="zh-CN" sz="1600" b="0" dirty="0">
                        <a:solidFill>
                          <a:srgbClr val="848B8E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46629076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rgbClr val="848B8E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rgbClr val="848B8E"/>
                          </a:solidFill>
                        </a:rPr>
                        <a:t>基本命令</a:t>
                      </a:r>
                      <a:endParaRPr lang="en-US" sz="1600" b="0" dirty="0">
                        <a:solidFill>
                          <a:srgbClr val="848B8E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66474828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0" dirty="0">
                          <a:solidFill>
                            <a:srgbClr val="848B8E"/>
                          </a:solidFill>
                        </a:rPr>
                        <a:t>Git</a:t>
                      </a:r>
                      <a:r>
                        <a:rPr lang="zh-CN" altLang="en-US" sz="1600" b="0" dirty="0">
                          <a:solidFill>
                            <a:srgbClr val="848B8E"/>
                          </a:solidFill>
                        </a:rPr>
                        <a:t>与</a:t>
                      </a:r>
                      <a:r>
                        <a:rPr lang="en-US" altLang="zh-CN" sz="1600" b="0" dirty="0">
                          <a:solidFill>
                            <a:srgbClr val="848B8E"/>
                          </a:solidFill>
                        </a:rPr>
                        <a:t>GitHub</a:t>
                      </a:r>
                      <a:r>
                        <a:rPr lang="zh-CN" altLang="en-US" sz="1600" b="0" dirty="0">
                          <a:solidFill>
                            <a:srgbClr val="848B8E"/>
                          </a:solidFill>
                        </a:rPr>
                        <a:t>，</a:t>
                      </a:r>
                      <a:r>
                        <a:rPr lang="en-US" altLang="zh-CN" sz="1600" b="0" dirty="0">
                          <a:solidFill>
                            <a:srgbClr val="848B8E"/>
                          </a:solidFill>
                        </a:rPr>
                        <a:t>GitLab</a:t>
                      </a: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2373369439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600" b="1">
                          <a:solidFill>
                            <a:srgbClr val="B70032"/>
                          </a:solidFill>
                          <a:latin typeface="Wingdings 3" panose="05040102010807070707" pitchFamily="18" charset="2"/>
                        </a:rPr>
                        <a:t>u</a:t>
                      </a:r>
                    </a:p>
                  </a:txBody>
                  <a:tcPr marL="0" marR="324000" anchor="ctr" anchorCtr="1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10491000" algn="r"/>
                        </a:tabLst>
                      </a:pPr>
                      <a:r>
                        <a:rPr lang="en-US" altLang="zh-CN" sz="1600" b="1" dirty="0">
                          <a:solidFill>
                            <a:srgbClr val="B70032"/>
                          </a:solidFill>
                        </a:rPr>
                        <a:t>Git</a:t>
                      </a:r>
                      <a:r>
                        <a:rPr lang="zh-CN" altLang="en-US" sz="1600" b="1" dirty="0">
                          <a:solidFill>
                            <a:srgbClr val="B70032"/>
                          </a:solidFill>
                        </a:rPr>
                        <a:t>上传一个本地项目</a:t>
                      </a:r>
                      <a:endParaRPr lang="en-US" sz="1600" b="1" dirty="0">
                        <a:solidFill>
                          <a:srgbClr val="B70032"/>
                        </a:solidFill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516663058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400313425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28571036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85322761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590083104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444203414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904183574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410116720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83961036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551366641"/>
                  </a:ext>
                </a:extLst>
              </a:tr>
              <a:tr h="37285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0" marR="32400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07189541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27A6E23-013E-32C3-3D42-7BBAC7679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1669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981E9-AA05-4422-F690-7913D760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D3C4C-E21B-89BF-F673-EF837F83DF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仓库上传</a:t>
            </a:r>
            <a:r>
              <a:rPr lang="en-US" altLang="zh-CN" dirty="0"/>
              <a:t>GitHub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0E87E8-D71D-AD00-7B4C-DF7B94149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00" y="269463"/>
            <a:ext cx="8946000" cy="288000"/>
          </a:xfrm>
        </p:spPr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上传一个本地项目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88ACBA-3B6F-A2E0-3CB4-5213D97BAA33}"/>
              </a:ext>
            </a:extLst>
          </p:cNvPr>
          <p:cNvSpPr txBox="1"/>
          <p:nvPr/>
        </p:nvSpPr>
        <p:spPr>
          <a:xfrm>
            <a:off x="666000" y="1497330"/>
            <a:ext cx="9518130" cy="24688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zh-CN" sz="1600" dirty="0">
                <a:latin typeface="+mn-lt"/>
              </a:rPr>
              <a:t>1.</a:t>
            </a:r>
            <a:r>
              <a:rPr lang="zh-CN" altLang="en-US" sz="1600" dirty="0">
                <a:latin typeface="+mn-lt"/>
              </a:rPr>
              <a:t>在本地创建</a:t>
            </a:r>
            <a:r>
              <a:rPr lang="en-US" altLang="zh-CN" sz="1600" dirty="0">
                <a:latin typeface="+mn-lt"/>
              </a:rPr>
              <a:t>Git</a:t>
            </a:r>
            <a:r>
              <a:rPr lang="zh-CN" altLang="en-US" sz="1600" dirty="0">
                <a:latin typeface="+mn-lt"/>
              </a:rPr>
              <a:t>仓库</a:t>
            </a:r>
            <a:endParaRPr lang="en-US" altLang="zh-CN" sz="1600" dirty="0">
              <a:latin typeface="+mn-lt"/>
            </a:endParaRPr>
          </a:p>
          <a:p>
            <a:pPr algn="l"/>
            <a:r>
              <a:rPr lang="en-US" altLang="zh-CN" sz="1600" dirty="0"/>
              <a:t>   </a:t>
            </a:r>
            <a:r>
              <a:rPr lang="zh-CN" altLang="en-US" sz="1600" dirty="0"/>
              <a:t>在需要上传的文件夹下运行：</a:t>
            </a:r>
            <a:r>
              <a:rPr lang="en-US" altLang="zh-CN" sz="1600" dirty="0"/>
              <a:t>git </a:t>
            </a:r>
            <a:r>
              <a:rPr lang="en-US" altLang="zh-CN" sz="1600" dirty="0" err="1"/>
              <a:t>init</a:t>
            </a:r>
            <a:r>
              <a:rPr lang="zh-CN" altLang="en-US" sz="1600" dirty="0"/>
              <a:t>，并在本地至少</a:t>
            </a:r>
            <a:r>
              <a:rPr lang="en-US" altLang="zh-CN" sz="1600" dirty="0"/>
              <a:t>git commit</a:t>
            </a:r>
            <a:r>
              <a:rPr lang="zh-CN" altLang="en-US" sz="1600" dirty="0"/>
              <a:t>一次</a:t>
            </a:r>
            <a:endParaRPr lang="en-US" altLang="zh-CN" sz="1600" dirty="0"/>
          </a:p>
          <a:p>
            <a:pPr algn="l"/>
            <a:r>
              <a:rPr lang="en-US" altLang="zh-CN" sz="1600" dirty="0"/>
              <a:t>2. </a:t>
            </a:r>
            <a:r>
              <a:rPr lang="zh-CN" altLang="en-US" sz="1600" dirty="0"/>
              <a:t>在远程平台</a:t>
            </a:r>
            <a:r>
              <a:rPr lang="en-US" altLang="zh-CN" sz="1600" dirty="0"/>
              <a:t>GitHub</a:t>
            </a:r>
            <a:r>
              <a:rPr lang="zh-CN" altLang="en-US" sz="1600" dirty="0"/>
              <a:t>创建一个空的仓库</a:t>
            </a:r>
            <a:endParaRPr lang="en-US" altLang="zh-CN" sz="1600" dirty="0"/>
          </a:p>
          <a:p>
            <a:pPr algn="l"/>
            <a:r>
              <a:rPr lang="en-US" altLang="zh-CN" sz="1600" dirty="0"/>
              <a:t>3. </a:t>
            </a:r>
            <a:r>
              <a:rPr lang="zh-CN" altLang="en-US" sz="1600" dirty="0"/>
              <a:t>将远程仓库和本地</a:t>
            </a:r>
            <a:r>
              <a:rPr lang="en-US" altLang="zh-CN" sz="1600" dirty="0"/>
              <a:t>Git</a:t>
            </a:r>
            <a:r>
              <a:rPr lang="zh-CN" altLang="en-US" sz="1600" dirty="0"/>
              <a:t>仓库关联起来：</a:t>
            </a:r>
            <a:endParaRPr lang="en-US" altLang="zh-CN" sz="1600" dirty="0"/>
          </a:p>
          <a:p>
            <a:r>
              <a:rPr lang="en-US" altLang="zh-CN" sz="1600" dirty="0"/>
              <a:t>    git remote add origin </a:t>
            </a:r>
            <a:r>
              <a:rPr lang="en-US" altLang="zh-CN" dirty="0">
                <a:hlinkClick r:id="rId3"/>
              </a:rPr>
              <a:t>https://github.com/xiaopinghao-zaizai/TestECU.git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将本地</a:t>
            </a:r>
            <a:r>
              <a:rPr lang="en-US" altLang="zh-CN" dirty="0"/>
              <a:t>git</a:t>
            </a:r>
            <a:r>
              <a:rPr lang="zh-CN" altLang="en-US" dirty="0"/>
              <a:t>仓库</a:t>
            </a:r>
            <a:r>
              <a:rPr lang="en-US" altLang="zh-CN" dirty="0"/>
              <a:t>Push</a:t>
            </a:r>
            <a:r>
              <a:rPr lang="zh-CN" altLang="en-US" dirty="0"/>
              <a:t>到</a:t>
            </a:r>
            <a:r>
              <a:rPr lang="en-US" altLang="zh-CN" dirty="0"/>
              <a:t>GitHub</a:t>
            </a:r>
          </a:p>
          <a:p>
            <a:r>
              <a:rPr lang="en-US" altLang="zh-CN" dirty="0"/>
              <a:t>    git push -u origin main</a:t>
            </a:r>
          </a:p>
          <a:p>
            <a:endParaRPr lang="en-US" altLang="zh-CN" sz="1600" dirty="0"/>
          </a:p>
          <a:p>
            <a:pPr algn="l"/>
            <a:endParaRPr lang="zh-CN" altLang="en-US" sz="1600" dirty="0">
              <a:latin typeface="+mn-lt"/>
            </a:endParaRPr>
          </a:p>
          <a:p>
            <a:pPr algn="l"/>
            <a:endParaRPr lang="zh-CN" altLang="en-US" sz="16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173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3982A-C98E-1E47-E6E1-E9FD634F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CB259-32D1-A91C-27A8-48F7FD44B9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仓库上传</a:t>
            </a:r>
            <a:r>
              <a:rPr lang="en-US" altLang="zh-CN" dirty="0"/>
              <a:t>GitHub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98F2FD-6E4D-90C8-32F5-5FC68F45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00" y="269463"/>
            <a:ext cx="8946000" cy="288000"/>
          </a:xfrm>
        </p:spPr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上传一个本地项目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E3743E-A9C0-30A5-A295-9522D2DAFF5E}"/>
              </a:ext>
            </a:extLst>
          </p:cNvPr>
          <p:cNvSpPr txBox="1"/>
          <p:nvPr/>
        </p:nvSpPr>
        <p:spPr>
          <a:xfrm>
            <a:off x="755904" y="1182624"/>
            <a:ext cx="7351776" cy="6096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dirty="0"/>
              <a:t> git </a:t>
            </a:r>
            <a:r>
              <a:rPr lang="en-US" altLang="zh-CN" sz="1600" dirty="0" err="1"/>
              <a:t>init</a:t>
            </a:r>
            <a:endParaRPr lang="en-US" altLang="zh-CN" sz="1600" dirty="0"/>
          </a:p>
          <a:p>
            <a:r>
              <a:rPr lang="zh-CN" altLang="en-US" sz="1600" dirty="0"/>
              <a:t> 把一个文件夹初始化为 </a:t>
            </a:r>
            <a:r>
              <a:rPr lang="en-US" altLang="zh-CN" sz="1600" dirty="0"/>
              <a:t>Git </a:t>
            </a:r>
            <a:r>
              <a:rPr lang="zh-CN" altLang="en-US" sz="1600" dirty="0"/>
              <a:t>仓库，让 </a:t>
            </a:r>
            <a:r>
              <a:rPr lang="en-US" altLang="zh-CN" sz="1600" dirty="0"/>
              <a:t>Git </a:t>
            </a:r>
            <a:r>
              <a:rPr lang="zh-CN" altLang="en-US" sz="1600" dirty="0"/>
              <a:t>开始对该文件夹下的文件进行版本管理</a:t>
            </a:r>
            <a:endParaRPr lang="en-US" altLang="zh-CN" sz="1600" dirty="0"/>
          </a:p>
          <a:p>
            <a:r>
              <a:rPr lang="zh-CN" altLang="en-US" sz="1600" dirty="0">
                <a:solidFill>
                  <a:sysClr val="windowText" lastClr="000000"/>
                </a:solidFill>
                <a:latin typeface="Aptos Display" panose="02110004020202020204"/>
              </a:rPr>
              <a:t>在文件夹下运行 </a:t>
            </a:r>
            <a:r>
              <a:rPr lang="en-US" altLang="zh-CN" sz="1600" dirty="0">
                <a:solidFill>
                  <a:sysClr val="windowText" lastClr="000000"/>
                </a:solidFill>
                <a:latin typeface="Aptos Display" panose="02110004020202020204"/>
              </a:rPr>
              <a:t>git </a:t>
            </a:r>
            <a:r>
              <a:rPr lang="en-US" altLang="zh-CN" sz="1600" dirty="0" err="1">
                <a:solidFill>
                  <a:sysClr val="windowText" lastClr="000000"/>
                </a:solidFill>
                <a:latin typeface="Aptos Display" panose="02110004020202020204"/>
              </a:rPr>
              <a:t>init</a:t>
            </a:r>
            <a:r>
              <a:rPr lang="zh-CN" altLang="en-US" sz="1600" dirty="0">
                <a:solidFill>
                  <a:sysClr val="windowText" lastClr="000000"/>
                </a:solidFill>
                <a:latin typeface="Aptos Display" panose="02110004020202020204"/>
              </a:rPr>
              <a:t>命令会：</a:t>
            </a:r>
            <a:endParaRPr lang="en-US" altLang="zh-CN" sz="1600" dirty="0">
              <a:solidFill>
                <a:sysClr val="windowText" lastClr="000000"/>
              </a:solidFill>
              <a:latin typeface="Aptos Display" panose="02110004020202020204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solidFill>
                  <a:sysClr val="windowText" lastClr="000000"/>
                </a:solidFill>
                <a:latin typeface="Aptos Display" panose="02110004020202020204"/>
              </a:rPr>
              <a:t>创建</a:t>
            </a:r>
            <a:r>
              <a:rPr lang="en-US" altLang="zh-CN" sz="1600" dirty="0">
                <a:solidFill>
                  <a:sysClr val="windowText" lastClr="000000"/>
                </a:solidFill>
                <a:latin typeface="Aptos Display" panose="02110004020202020204"/>
              </a:rPr>
              <a:t>.git</a:t>
            </a:r>
            <a:r>
              <a:rPr lang="zh-CN" altLang="en-US" sz="1600" dirty="0">
                <a:solidFill>
                  <a:sysClr val="windowText" lastClr="000000"/>
                </a:solidFill>
                <a:latin typeface="Aptos Display" panose="02110004020202020204"/>
              </a:rPr>
              <a:t>隐藏文件夹，用于管理该文件夹下的文件</a:t>
            </a:r>
            <a:endParaRPr lang="en-US" altLang="zh-CN" sz="1600" dirty="0">
              <a:solidFill>
                <a:sysClr val="windowText" lastClr="000000"/>
              </a:solidFill>
              <a:latin typeface="Aptos Display" panose="02110004020202020204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solidFill>
                  <a:sysClr val="windowText" lastClr="000000"/>
                </a:solidFill>
                <a:latin typeface="Aptos Display" panose="02110004020202020204"/>
              </a:rPr>
              <a:t>创建一个默认</a:t>
            </a:r>
            <a:r>
              <a:rPr lang="en-US" altLang="zh-CN" sz="1600" dirty="0">
                <a:solidFill>
                  <a:sysClr val="windowText" lastClr="000000"/>
                </a:solidFill>
                <a:latin typeface="Aptos Display" panose="02110004020202020204"/>
              </a:rPr>
              <a:t>main/master</a:t>
            </a:r>
            <a:r>
              <a:rPr lang="zh-CN" altLang="en-US" sz="1600" dirty="0">
                <a:solidFill>
                  <a:sysClr val="windowText" lastClr="000000"/>
                </a:solidFill>
                <a:latin typeface="Aptos Display" panose="02110004020202020204"/>
              </a:rPr>
              <a:t>分支</a:t>
            </a:r>
            <a:endParaRPr lang="en-US" altLang="zh-CN" sz="1600" dirty="0">
              <a:solidFill>
                <a:sysClr val="windowText" lastClr="000000"/>
              </a:solidFill>
              <a:latin typeface="Aptos Display" panose="02110004020202020204"/>
            </a:endParaRPr>
          </a:p>
          <a:p>
            <a:pPr algn="l"/>
            <a:endParaRPr lang="zh-CN" altLang="en-US" sz="1600" dirty="0" err="1">
              <a:latin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71A05D-9DBE-DFD0-7984-324E3ABC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54" y="2424827"/>
            <a:ext cx="7392432" cy="5906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2A7AEF-E262-5EE8-C214-F54B3E0AA2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161"/>
          <a:stretch>
            <a:fillRect/>
          </a:stretch>
        </p:blipFill>
        <p:spPr>
          <a:xfrm>
            <a:off x="993138" y="3008319"/>
            <a:ext cx="5814564" cy="127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81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7141-86BB-549D-AE85-96A6E6414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BAE21-CD96-8FC2-95AC-D04E86BB57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仓库上传</a:t>
            </a:r>
            <a:r>
              <a:rPr lang="en-US" altLang="zh-CN" dirty="0"/>
              <a:t>GitHub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9876FA-67E4-5851-AE72-4565E54C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00" y="269463"/>
            <a:ext cx="8946000" cy="288000"/>
          </a:xfrm>
        </p:spPr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上传一个本地项目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75D6D1-8AC6-ED14-3A19-1D2FD4D82A8D}"/>
              </a:ext>
            </a:extLst>
          </p:cNvPr>
          <p:cNvSpPr txBox="1"/>
          <p:nvPr/>
        </p:nvSpPr>
        <p:spPr>
          <a:xfrm>
            <a:off x="798576" y="1243584"/>
            <a:ext cx="4376928" cy="324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dirty="0">
                <a:solidFill>
                  <a:sysClr val="windowText" lastClr="000000"/>
                </a:solidFill>
              </a:rPr>
              <a:t>.</a:t>
            </a:r>
            <a:r>
              <a:rPr lang="en-US" altLang="zh-CN" sz="1600" dirty="0" err="1">
                <a:solidFill>
                  <a:sysClr val="windowText" lastClr="000000"/>
                </a:solidFill>
              </a:rPr>
              <a:t>gitignore</a:t>
            </a:r>
            <a:endParaRPr lang="en-US" altLang="zh-CN" sz="1600" dirty="0">
              <a:solidFill>
                <a:sysClr val="windowText" lastClr="000000"/>
              </a:solidFill>
            </a:endParaRPr>
          </a:p>
          <a:p>
            <a:r>
              <a:rPr lang="zh-CN" altLang="en-US" sz="1600" dirty="0"/>
              <a:t>是一个规则文件，用来告诉 </a:t>
            </a:r>
            <a:r>
              <a:rPr lang="en-US" altLang="zh-CN" sz="1600" dirty="0"/>
              <a:t>Git</a:t>
            </a:r>
            <a:r>
              <a:rPr lang="zh-CN" altLang="en-US" sz="1600" dirty="0"/>
              <a:t>：哪些文件 </a:t>
            </a:r>
            <a:r>
              <a:rPr lang="en-US" altLang="zh-CN" sz="1600" dirty="0"/>
              <a:t>/ </a:t>
            </a:r>
            <a:r>
              <a:rPr lang="zh-CN" altLang="en-US" sz="1600" dirty="0"/>
              <a:t>目录不需要被版本控制，添加到</a:t>
            </a:r>
            <a:r>
              <a:rPr lang="en-US" altLang="zh-CN" sz="1600" dirty="0" err="1"/>
              <a:t>gitignore</a:t>
            </a:r>
            <a:r>
              <a:rPr lang="zh-CN" altLang="en-US" sz="1600" dirty="0"/>
              <a:t>中的</a:t>
            </a:r>
            <a:endParaRPr lang="en-US" altLang="zh-CN" sz="1600" dirty="0"/>
          </a:p>
          <a:p>
            <a:r>
              <a:rPr lang="zh-CN" altLang="en-US" sz="1600" dirty="0"/>
              <a:t>文件</a:t>
            </a:r>
            <a:r>
              <a:rPr lang="en-US" altLang="zh-CN" sz="1600" dirty="0"/>
              <a:t>/</a:t>
            </a:r>
            <a:r>
              <a:rPr lang="zh-CN" altLang="en-US" sz="1600" dirty="0"/>
              <a:t>文件夹不会被</a:t>
            </a:r>
            <a:r>
              <a:rPr lang="en-US" altLang="zh-CN" sz="1600" dirty="0"/>
              <a:t>git</a:t>
            </a:r>
            <a:r>
              <a:rPr lang="zh-CN" altLang="en-US" sz="1600" dirty="0"/>
              <a:t>追踪，即使文件被改动，也不会出现在</a:t>
            </a:r>
            <a:r>
              <a:rPr lang="en-US" altLang="zh-CN" sz="1600" dirty="0"/>
              <a:t>git status/git add</a:t>
            </a:r>
            <a:r>
              <a:rPr lang="zh-CN" altLang="en-US" sz="1600" dirty="0"/>
              <a:t>中：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添加到</a:t>
            </a:r>
            <a:r>
              <a:rPr lang="en-US" altLang="zh-CN" sz="1600" dirty="0" err="1"/>
              <a:t>gitignore</a:t>
            </a:r>
            <a:r>
              <a:rPr lang="zh-CN" altLang="en-US" sz="1600" dirty="0"/>
              <a:t>前：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zh-CN" altLang="en-US" sz="1600" dirty="0" err="1">
              <a:latin typeface="+mn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F683C87-DB5D-1407-F207-517A12D17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66" y="2286709"/>
            <a:ext cx="5159187" cy="121168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633121F-9F82-CEDD-ED4F-AFFF782AE97E}"/>
              </a:ext>
            </a:extLst>
          </p:cNvPr>
          <p:cNvSpPr txBox="1"/>
          <p:nvPr/>
        </p:nvSpPr>
        <p:spPr>
          <a:xfrm>
            <a:off x="798576" y="3590544"/>
            <a:ext cx="2346960" cy="324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dirty="0"/>
              <a:t>2. </a:t>
            </a:r>
            <a:r>
              <a:rPr lang="zh-CN" altLang="en-US" sz="1600" dirty="0"/>
              <a:t>添加到</a:t>
            </a:r>
            <a:r>
              <a:rPr lang="en-US" altLang="zh-CN" sz="1600" dirty="0"/>
              <a:t>.</a:t>
            </a:r>
            <a:r>
              <a:rPr lang="en-US" altLang="zh-CN" sz="1600" dirty="0" err="1"/>
              <a:t>gitignore</a:t>
            </a:r>
            <a:r>
              <a:rPr lang="zh-CN" altLang="en-US" sz="1600" dirty="0"/>
              <a:t>后：</a:t>
            </a:r>
            <a:endParaRPr lang="en-US" altLang="zh-CN" sz="1600" dirty="0"/>
          </a:p>
          <a:p>
            <a:pPr algn="l"/>
            <a:endParaRPr lang="zh-CN" altLang="en-US" sz="1600" dirty="0" err="1">
              <a:latin typeface="+mn-l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F6FE814-8647-6556-3777-CC6338D79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00" y="5066652"/>
            <a:ext cx="6630325" cy="109552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2FCC280-5431-7867-795F-62A936590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00" y="3914544"/>
            <a:ext cx="6020640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98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62D9-68B6-4D21-8E67-E0ED53DE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3AD9E-1A58-B874-B56A-1BDEE52904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仓库上传</a:t>
            </a:r>
            <a:r>
              <a:rPr lang="en-US" altLang="zh-CN" dirty="0"/>
              <a:t>GitHub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475ECF-B344-A218-E276-598D21D9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00" y="269463"/>
            <a:ext cx="8946000" cy="288000"/>
          </a:xfrm>
        </p:spPr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上传一个本地项目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5C65E4-212C-162F-B734-F1CED24B7B2D}"/>
              </a:ext>
            </a:extLst>
          </p:cNvPr>
          <p:cNvSpPr txBox="1">
            <a:spLocks/>
          </p:cNvSpPr>
          <p:nvPr/>
        </p:nvSpPr>
        <p:spPr>
          <a:xfrm>
            <a:off x="666000" y="1026537"/>
            <a:ext cx="10101943" cy="1005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1900" u="sng" dirty="0">
                <a:hlinkClick r:id="rId3"/>
              </a:rPr>
              <a:t>Git </a:t>
            </a:r>
            <a:r>
              <a:rPr lang="en-US" altLang="zh-CN" sz="1900" u="sng" dirty="0" err="1">
                <a:hlinkClick r:id="rId3"/>
              </a:rPr>
              <a:t>入门：第一次将本地项目上传到</a:t>
            </a:r>
            <a:r>
              <a:rPr lang="en-US" altLang="zh-CN" sz="1900" u="sng" dirty="0">
                <a:hlinkClick r:id="rId3"/>
              </a:rPr>
              <a:t> GitHub </a:t>
            </a:r>
            <a:r>
              <a:rPr lang="en-US" altLang="zh-CN" sz="1900" u="sng" dirty="0" err="1">
                <a:hlinkClick r:id="rId3"/>
              </a:rPr>
              <a:t>仓库详细教程_git上传代码到仓库-CSDN博客</a:t>
            </a:r>
            <a:endParaRPr lang="zh-CN" altLang="zh-CN" sz="190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git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init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1D6D210-E627-078A-9EB9-57CD9DC6A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53" y="1897118"/>
            <a:ext cx="9420577" cy="476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39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97CE-CF70-54AF-346A-1DBC6335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8E05D-134F-FD48-8F56-4CA95A7FD4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Git</a:t>
            </a:r>
            <a:r>
              <a:rPr lang="zh-CN" altLang="en-US" dirty="0"/>
              <a:t>仓库上传</a:t>
            </a:r>
            <a:r>
              <a:rPr lang="en-US" altLang="zh-CN" dirty="0"/>
              <a:t>GitHub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D9F4BC-D947-B3F5-C11E-99AC0817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00" y="269463"/>
            <a:ext cx="8946000" cy="288000"/>
          </a:xfrm>
        </p:spPr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上传一个本地项目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35D86B-ED44-347D-34F0-E047F5FBF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088" y="557463"/>
            <a:ext cx="5848147" cy="626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75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91C36-4DC7-0075-1F24-4D95828A7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43585-4201-60AC-F550-446E427C60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Git</a:t>
            </a:r>
            <a:r>
              <a:rPr lang="zh-CN" altLang="en-US" dirty="0"/>
              <a:t>常用操作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FFA42B-1E25-6899-D1A7-412613C8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00" y="269463"/>
            <a:ext cx="8946000" cy="288000"/>
          </a:xfrm>
        </p:spPr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上传一个本地项目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7774E14-49B8-22EB-FFE3-52286D94C0ED}"/>
              </a:ext>
            </a:extLst>
          </p:cNvPr>
          <p:cNvSpPr txBox="1">
            <a:spLocks/>
          </p:cNvSpPr>
          <p:nvPr/>
        </p:nvSpPr>
        <p:spPr>
          <a:xfrm>
            <a:off x="838200" y="1027906"/>
            <a:ext cx="10515600" cy="2041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zh-CN" sz="2100" dirty="0"/>
          </a:p>
          <a:p>
            <a:r>
              <a:rPr lang="zh-CN" altLang="zh-CN" sz="2100" dirty="0"/>
              <a:t>详细教程可参考：</a:t>
            </a:r>
            <a:r>
              <a:rPr lang="en-US" altLang="zh-CN" sz="2100" u="sng" dirty="0">
                <a:hlinkClick r:id="rId3"/>
              </a:rPr>
              <a:t>https://git-scm.com/book/zh/v2</a:t>
            </a:r>
            <a:endParaRPr lang="zh-CN" altLang="zh-CN" sz="2100" dirty="0"/>
          </a:p>
          <a:p>
            <a:r>
              <a:rPr lang="zh-CN" altLang="zh-CN" sz="2100" dirty="0"/>
              <a:t>简明教程可参考：</a:t>
            </a:r>
            <a:r>
              <a:rPr lang="en-US" altLang="zh-CN" sz="2100" u="sng" dirty="0">
                <a:hlinkClick r:id="rId4"/>
              </a:rPr>
              <a:t>https://www.runoob.com/git/git-tutorial.html</a:t>
            </a:r>
            <a:endParaRPr lang="zh-CN" altLang="zh-CN" sz="210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84478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92D1B2-92DD-4C51-BA38-41EC981D84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Version Management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F3C9D3-4F9B-F5E3-D8E9-70F5D38AEB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10" name="Content Placeholder 4">
            <a:extLst>
              <a:ext uri="{FF2B5EF4-FFF2-40B4-BE49-F238E27FC236}">
                <a16:creationId xmlns:a16="http://schemas.microsoft.com/office/drawing/2014/main" id="{1B0D4A7B-C55B-4F4E-A5D6-93E16FD5F7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053792"/>
              </p:ext>
            </p:extLst>
          </p:nvPr>
        </p:nvGraphicFramePr>
        <p:xfrm>
          <a:off x="657109" y="1256008"/>
          <a:ext cx="10887361" cy="184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5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4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Version</a:t>
                      </a:r>
                      <a:endParaRPr lang="zh-CN" altLang="en-US" sz="12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Time</a:t>
                      </a:r>
                      <a:endParaRPr lang="zh-CN" altLang="en-US" sz="12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Content</a:t>
                      </a:r>
                      <a:endParaRPr lang="zh-CN" altLang="en-US" sz="12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Author</a:t>
                      </a:r>
                      <a:endParaRPr lang="zh-CN" altLang="en-US" sz="1200" dirty="0"/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4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1.0.00</a:t>
                      </a:r>
                      <a:endParaRPr lang="zh-CN" altLang="en-US" sz="12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2026-01-06</a:t>
                      </a:r>
                      <a:endParaRPr lang="zh-CN" altLang="en-US" sz="12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1. Initial</a:t>
                      </a:r>
                      <a:endParaRPr lang="zh-CN" altLang="en-US" sz="12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Hao Xiaoping</a:t>
                      </a:r>
                      <a:endParaRPr lang="zh-CN" altLang="en-US" sz="1200" dirty="0"/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4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3272917200"/>
                  </a:ext>
                </a:extLst>
              </a:tr>
              <a:tr h="37064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0851FA44-9FE9-319A-71B6-6ADF1F3F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84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automatic_agend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automatic_agend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automatic_agend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automatic_agenda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Vector_Template_Widescreen">
  <a:themeElements>
    <a:clrScheme name="Vector Colors">
      <a:dk1>
        <a:sysClr val="windowText" lastClr="000000"/>
      </a:dk1>
      <a:lt1>
        <a:sysClr val="window" lastClr="FFFFFF"/>
      </a:lt1>
      <a:dk2>
        <a:srgbClr val="565C5E"/>
      </a:dk2>
      <a:lt2>
        <a:srgbClr val="FFFFFF"/>
      </a:lt2>
      <a:accent1>
        <a:srgbClr val="848B8E"/>
      </a:accent1>
      <a:accent2>
        <a:srgbClr val="DADEE1"/>
      </a:accent2>
      <a:accent3>
        <a:srgbClr val="FFFFFF"/>
      </a:accent3>
      <a:accent4>
        <a:srgbClr val="000000"/>
      </a:accent4>
      <a:accent5>
        <a:srgbClr val="DADEE1"/>
      </a:accent5>
      <a:accent6>
        <a:srgbClr val="B1B6BA"/>
      </a:accent6>
      <a:hlink>
        <a:srgbClr val="B70032"/>
      </a:hlink>
      <a:folHlink>
        <a:srgbClr val="000000"/>
      </a:folHlink>
    </a:clrScheme>
    <a:fontScheme name="Vector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n-lt"/>
          </a:defRPr>
        </a:defPPr>
      </a:lstStyle>
    </a:txDef>
  </a:objectDefaults>
  <a:extraClrSchemeLst/>
  <a:custClrLst>
    <a:custClr name="Vector Red">
      <a:srgbClr val="B70032"/>
    </a:custClr>
    <a:custClr name="Vector Gray">
      <a:srgbClr val="565C5E"/>
    </a:custClr>
    <a:custClr name="73% Gray">
      <a:srgbClr val="848B8E"/>
    </a:custClr>
    <a:custClr name="47% Gray">
      <a:srgbClr val="B1B6BA"/>
    </a:custClr>
    <a:custClr name="22% Gray">
      <a:srgbClr val="DADEE1"/>
    </a:custClr>
    <a:custClr name="Light Orange">
      <a:srgbClr val="FBB900"/>
    </a:custClr>
    <a:custClr name="Dark Orange">
      <a:srgbClr val="EF7C00"/>
    </a:custClr>
    <a:custClr name="Light Green">
      <a:srgbClr val="92C255"/>
    </a:custClr>
    <a:custClr name="Dark Green">
      <a:srgbClr val="00A765"/>
    </a:custClr>
    <a:custClr name="Light Blue">
      <a:srgbClr val="43BFDE"/>
    </a:custClr>
    <a:custClr name="Dark Blue">
      <a:srgbClr val="028FC3"/>
    </a:custClr>
    <a:custClr name="Violet">
      <a:srgbClr val="8884C1"/>
    </a:custClr>
    <a:custClr name="CAN">
      <a:srgbClr val="F5A500"/>
    </a:custClr>
    <a:custClr name="Automotive Ethernet">
      <a:srgbClr val="7D1E7D"/>
    </a:custClr>
    <a:custClr name="FlexRay">
      <a:srgbClr val="003C91"/>
    </a:custClr>
    <a:custClr name="LIN">
      <a:srgbClr val="199C64"/>
    </a:custClr>
    <a:custClr name="J1708, ARINC 429">
      <a:srgbClr val="00B4EB"/>
    </a:custClr>
    <a:custClr name="pWLAN">
      <a:srgbClr val="967800"/>
    </a:custClr>
    <a:custClr name="AFDX">
      <a:srgbClr val="C81E7D"/>
    </a:custClr>
    <a:custClr name="Infrastructure Network">
      <a:srgbClr val="848B8E"/>
    </a:custClr>
  </a:custClrLst>
  <a:extLst>
    <a:ext uri="{05A4C25C-085E-4340-85A3-A5531E510DB2}">
      <thm15:themeFamily xmlns:thm15="http://schemas.microsoft.com/office/thememl/2012/main" name="TP_16_9_Standard.potx" id="{56A545A9-3C15-4D96-98D0-02A87F3065FA}" vid="{B3263E1D-23F0-4E28-AB35-D41C5AE7AA69}"/>
    </a:ext>
  </a:extLst>
</a:theme>
</file>

<file path=ppt/theme/theme3.xml><?xml version="1.0" encoding="utf-8"?>
<a:theme xmlns:a="http://schemas.openxmlformats.org/drawingml/2006/main" name="8_Vector_Template_Widescreen">
  <a:themeElements>
    <a:clrScheme name="VectorColors">
      <a:dk1>
        <a:sysClr val="windowText" lastClr="000000"/>
      </a:dk1>
      <a:lt1>
        <a:sysClr val="window" lastClr="FFFFFF"/>
      </a:lt1>
      <a:dk2>
        <a:srgbClr val="565C5E"/>
      </a:dk2>
      <a:lt2>
        <a:srgbClr val="FFFFFF"/>
      </a:lt2>
      <a:accent1>
        <a:srgbClr val="848B8E"/>
      </a:accent1>
      <a:accent2>
        <a:srgbClr val="DADEE1"/>
      </a:accent2>
      <a:accent3>
        <a:srgbClr val="FFFFFF"/>
      </a:accent3>
      <a:accent4>
        <a:srgbClr val="000000"/>
      </a:accent4>
      <a:accent5>
        <a:srgbClr val="DADEE1"/>
      </a:accent5>
      <a:accent6>
        <a:srgbClr val="B1B6BA"/>
      </a:accent6>
      <a:hlink>
        <a:srgbClr val="B70032"/>
      </a:hlink>
      <a:folHlink>
        <a:srgbClr val="000000"/>
      </a:folHlink>
    </a:clrScheme>
    <a:fontScheme name="Vector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/>
        </a:defPPr>
      </a:lstStyle>
    </a:txDef>
  </a:objectDefaults>
  <a:extraClrSchemeLst/>
  <a:custClrLst>
    <a:custClr name="Vector Red">
      <a:srgbClr val="B70032"/>
    </a:custClr>
    <a:custClr name="Vector Gray">
      <a:srgbClr val="565C5E"/>
    </a:custClr>
    <a:custClr name="73% Gray">
      <a:srgbClr val="848B8E"/>
    </a:custClr>
    <a:custClr name="47% Gray">
      <a:srgbClr val="B1B6BA"/>
    </a:custClr>
    <a:custClr name="22% Gray">
      <a:srgbClr val="DADEE1"/>
    </a:custClr>
    <a:custClr name="Dark Orange">
      <a:srgbClr val="EF7C00"/>
    </a:custClr>
    <a:custClr name="Light Orange">
      <a:srgbClr val="FBB900"/>
    </a:custClr>
    <a:custClr name="Light Green">
      <a:srgbClr val="92C255"/>
    </a:custClr>
    <a:custClr name="Dark Green">
      <a:srgbClr val="00A765"/>
    </a:custClr>
    <a:custClr name="Light Blue">
      <a:srgbClr val="43BFDE"/>
    </a:custClr>
    <a:custClr name="Dark Blue">
      <a:srgbClr val="028FC3"/>
    </a:custClr>
    <a:custClr name="Violet">
      <a:srgbClr val="8884C1"/>
    </a:custClr>
    <a:custClr name="CAN">
      <a:srgbClr val="848B8E"/>
    </a:custClr>
    <a:custClr name="CAN Highspeed">
      <a:srgbClr val="F0DC00"/>
    </a:custClr>
    <a:custClr name="CAN Lowspeed">
      <a:srgbClr val="F5A500"/>
    </a:custClr>
    <a:custClr name="LIN">
      <a:srgbClr val="199C64"/>
    </a:custClr>
    <a:custClr name="FlexRay">
      <a:srgbClr val="003C91"/>
    </a:custClr>
    <a:custClr name="MOST">
      <a:srgbClr val="B70032"/>
    </a:custClr>
    <a:custClr name="Ethernet and IP">
      <a:srgbClr val="7D1E7D"/>
    </a:custClr>
    <a:custClr name="pWLAN">
      <a:srgbClr val="967800"/>
    </a:custClr>
  </a:custClrLst>
  <a:extLst>
    <a:ext uri="{05A4C25C-085E-4340-85A3-A5531E510DB2}">
      <thm15:themeFamily xmlns:thm15="http://schemas.microsoft.com/office/thememl/2012/main" name="TP_16_9_Standard.potx" id="{F749F43F-022C-4F3F-9AD0-644A1D58F10D}" vid="{CF54FD92-F142-48A9-9293-7ACED9815EDE}"/>
    </a:ext>
  </a:extLst>
</a:theme>
</file>

<file path=ppt/theme/theme4.xml><?xml version="1.0" encoding="utf-8"?>
<a:theme xmlns:a="http://schemas.openxmlformats.org/drawingml/2006/main" name="1_Vector_Template_Widescreen">
  <a:themeElements>
    <a:clrScheme name="Vector Colors">
      <a:dk1>
        <a:sysClr val="windowText" lastClr="000000"/>
      </a:dk1>
      <a:lt1>
        <a:sysClr val="window" lastClr="FFFFFF"/>
      </a:lt1>
      <a:dk2>
        <a:srgbClr val="565C5E"/>
      </a:dk2>
      <a:lt2>
        <a:srgbClr val="FFFFFF"/>
      </a:lt2>
      <a:accent1>
        <a:srgbClr val="848B8E"/>
      </a:accent1>
      <a:accent2>
        <a:srgbClr val="DADEE1"/>
      </a:accent2>
      <a:accent3>
        <a:srgbClr val="FFFFFF"/>
      </a:accent3>
      <a:accent4>
        <a:srgbClr val="000000"/>
      </a:accent4>
      <a:accent5>
        <a:srgbClr val="DADEE1"/>
      </a:accent5>
      <a:accent6>
        <a:srgbClr val="B1B6BA"/>
      </a:accent6>
      <a:hlink>
        <a:srgbClr val="B70032"/>
      </a:hlink>
      <a:folHlink>
        <a:srgbClr val="000000"/>
      </a:folHlink>
    </a:clrScheme>
    <a:fontScheme name="Vector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n-lt"/>
          </a:defRPr>
        </a:defPPr>
      </a:lstStyle>
    </a:txDef>
  </a:objectDefaults>
  <a:extraClrSchemeLst/>
  <a:custClrLst>
    <a:custClr name="Vector Red">
      <a:srgbClr val="B70032"/>
    </a:custClr>
    <a:custClr name="Vector Gray">
      <a:srgbClr val="565C5E"/>
    </a:custClr>
    <a:custClr name="73% Gray">
      <a:srgbClr val="848B8E"/>
    </a:custClr>
    <a:custClr name="47% Gray">
      <a:srgbClr val="B1B6BA"/>
    </a:custClr>
    <a:custClr name="22% Gray">
      <a:srgbClr val="DADEE1"/>
    </a:custClr>
    <a:custClr name="Light Orange">
      <a:srgbClr val="FBB900"/>
    </a:custClr>
    <a:custClr name="Dark Orange">
      <a:srgbClr val="EF7C00"/>
    </a:custClr>
    <a:custClr name="Light Green">
      <a:srgbClr val="92C255"/>
    </a:custClr>
    <a:custClr name="Dark Green">
      <a:srgbClr val="00A765"/>
    </a:custClr>
    <a:custClr name="Light Blue">
      <a:srgbClr val="43BFDE"/>
    </a:custClr>
    <a:custClr name="Dark Blue">
      <a:srgbClr val="028FC3"/>
    </a:custClr>
    <a:custClr name="Violet">
      <a:srgbClr val="8884C1"/>
    </a:custClr>
    <a:custClr name="CAN">
      <a:srgbClr val="F5A500"/>
    </a:custClr>
    <a:custClr name="Automotive Ethernet">
      <a:srgbClr val="7D1E7D"/>
    </a:custClr>
    <a:custClr name="FlexRay">
      <a:srgbClr val="003C91"/>
    </a:custClr>
    <a:custClr name="LIN">
      <a:srgbClr val="199C64"/>
    </a:custClr>
    <a:custClr name="J1708, ARINC 429">
      <a:srgbClr val="00B4EB"/>
    </a:custClr>
    <a:custClr name="pWLAN">
      <a:srgbClr val="967800"/>
    </a:custClr>
    <a:custClr name="AFDX">
      <a:srgbClr val="C81E7D"/>
    </a:custClr>
    <a:custClr name="Infrastructure Network">
      <a:srgbClr val="848B8E"/>
    </a:custClr>
  </a:custClrLst>
  <a:extLst>
    <a:ext uri="{05A4C25C-085E-4340-85A3-A5531E510DB2}">
      <thm15:themeFamily xmlns:thm15="http://schemas.microsoft.com/office/thememl/2012/main" name="TP_16_9_Standard.potx" id="{56A545A9-3C15-4D96-98D0-02A87F3065FA}" vid="{B3263E1D-23F0-4E28-AB35-D41C5AE7AA69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</TotalTime>
  <Words>2296</Words>
  <Application>Microsoft Office PowerPoint</Application>
  <PresentationFormat>宽屏</PresentationFormat>
  <Paragraphs>401</Paragraphs>
  <Slides>30</Slides>
  <Notes>30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等线</vt:lpstr>
      <vt:lpstr>等线 Light</vt:lpstr>
      <vt:lpstr>Aptos Display</vt:lpstr>
      <vt:lpstr>Arial</vt:lpstr>
      <vt:lpstr>Calibri</vt:lpstr>
      <vt:lpstr>Verdana</vt:lpstr>
      <vt:lpstr>Wingdings</vt:lpstr>
      <vt:lpstr>Wingdings 3</vt:lpstr>
      <vt:lpstr>Office 主题​​</vt:lpstr>
      <vt:lpstr>Vector_Template_Widescreen</vt:lpstr>
      <vt:lpstr>8_Vector_Template_Widescreen</vt:lpstr>
      <vt:lpstr>1_Vector_Template_Widescreen</vt:lpstr>
      <vt:lpstr>Git介绍</vt:lpstr>
      <vt:lpstr>Agenda</vt:lpstr>
      <vt:lpstr>Git简介</vt:lpstr>
      <vt:lpstr>Git简介</vt:lpstr>
      <vt:lpstr>Git简介</vt:lpstr>
      <vt:lpstr>Agenda</vt:lpstr>
      <vt:lpstr>Git基本命令</vt:lpstr>
      <vt:lpstr>Git基本命令</vt:lpstr>
      <vt:lpstr>Git基本命令</vt:lpstr>
      <vt:lpstr>Git基本命令</vt:lpstr>
      <vt:lpstr>Git基本命令</vt:lpstr>
      <vt:lpstr>Git基本命令</vt:lpstr>
      <vt:lpstr>Git基本命令</vt:lpstr>
      <vt:lpstr>Git基本命令</vt:lpstr>
      <vt:lpstr>Git基本命令</vt:lpstr>
      <vt:lpstr>Git基本命令</vt:lpstr>
      <vt:lpstr>Git基本命令</vt:lpstr>
      <vt:lpstr>Git基本命令</vt:lpstr>
      <vt:lpstr>Git基本命令</vt:lpstr>
      <vt:lpstr>Git基本命令</vt:lpstr>
      <vt:lpstr>Agenda</vt:lpstr>
      <vt:lpstr>Git与GitHub，GitLab</vt:lpstr>
      <vt:lpstr>Agenda</vt:lpstr>
      <vt:lpstr>Git上传一个本地项目</vt:lpstr>
      <vt:lpstr>Git上传一个本地项目</vt:lpstr>
      <vt:lpstr>Git上传一个本地项目</vt:lpstr>
      <vt:lpstr>Git上传一个本地项目</vt:lpstr>
      <vt:lpstr>Git上传一个本地项目</vt:lpstr>
      <vt:lpstr>Git上传一个本地项目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Hao, Xiaoping</dc:creator>
  <cp:lastModifiedBy>Hao, Xiaoping</cp:lastModifiedBy>
  <cp:revision>66</cp:revision>
  <dcterms:created xsi:type="dcterms:W3CDTF">2025-12-25T02:10:07Z</dcterms:created>
  <dcterms:modified xsi:type="dcterms:W3CDTF">2026-01-11T11:27:09Z</dcterms:modified>
</cp:coreProperties>
</file>